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6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chemeClr val="dk2">
            <a:lumMod val="75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 hidden="1"/>
          <p:cNvSpPr/>
          <p:nvPr/>
        </p:nvSpPr>
        <p:spPr>
          <a:xfrm>
            <a:off x="11292840" y="0"/>
            <a:ext cx="914040" cy="685764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1261800" y="758880"/>
            <a:ext cx="9417960" cy="404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85000"/>
              </a:lnSpc>
              <a:buNone/>
            </a:pPr>
            <a:r>
              <a:rPr lang="en-US" sz="7200" b="0" u="none" spc="-51" strike="noStrike">
                <a:solidFill>
                  <a:schemeClr val="lt1"/>
                </a:solidFill>
                <a:effectLst/>
                <a:uFillTx/>
                <a:latin typeface="Century Schoolbook"/>
              </a:rPr>
              <a:t>Click to edit Master title </a:t>
            </a:r>
            <a:r>
              <a:rPr lang="en-US" sz="7200" b="0" u="none" spc="-51" strike="noStrike">
                <a:solidFill>
                  <a:schemeClr val="lt1"/>
                </a:solidFill>
                <a:effectLst/>
                <a:uFillTx/>
                <a:latin typeface="Century Schoolbook"/>
              </a:rPr>
              <a:t>style</a:t>
            </a:r>
            <a:endParaRPr lang="en-US" sz="7200" b="0" u="none" strike="noStrike">
              <a:solidFill>
                <a:schemeClr val="lt1"/>
              </a:solidFill>
              <a:effectLst/>
              <a:uFillTx/>
              <a:latin typeface="Century Schoolbook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dt" idx="1"/>
          </p:nvPr>
        </p:nvSpPr>
        <p:spPr>
          <a:xfrm rot="16200000">
            <a:off x="10797480" y="999000"/>
            <a:ext cx="1904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GB" sz="1050" b="0" u="none" strike="noStrike">
                <a:solidFill>
                  <a:schemeClr val="lt1">
                    <a:lumMod val="20000"/>
                    <a:lumOff val="80000"/>
                  </a:schemeClr>
                </a:solidFill>
                <a:effectLst/>
                <a:uFillTx/>
                <a:latin typeface="Century Schoolbook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GB" sz="1050" b="0" u="none" strike="noStrike">
                <a:solidFill>
                  <a:schemeClr val="lt1">
                    <a:lumMod val="20000"/>
                    <a:lumOff val="80000"/>
                  </a:schemeClr>
                </a:solidFill>
                <a:effectLst/>
                <a:uFillTx/>
                <a:latin typeface="Century Schoolbook"/>
              </a:rPr>
              <a:t>&lt;date/time&gt;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ftr" idx="2"/>
          </p:nvPr>
        </p:nvSpPr>
        <p:spPr>
          <a:xfrm rot="16200000">
            <a:off x="9959400" y="4047120"/>
            <a:ext cx="3580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sldNum" idx="3"/>
          </p:nvPr>
        </p:nvSpPr>
        <p:spPr>
          <a:xfrm>
            <a:off x="11292840" y="6172200"/>
            <a:ext cx="914040" cy="59328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GB" sz="3600" b="0" u="none" strike="noStrike">
                <a:solidFill>
                  <a:schemeClr val="lt1">
                    <a:lumMod val="60000"/>
                    <a:lumOff val="40000"/>
                  </a:schemeClr>
                </a:solidFill>
                <a:effectLst/>
                <a:uFillTx/>
                <a:latin typeface="Century Schoolbook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60A8DBE7-DFC7-4379-823A-ACA9C2314512}" type="slidenum">
              <a:rPr lang="en-GB" sz="3600" b="0" u="none" strike="noStrike">
                <a:solidFill>
                  <a:schemeClr val="lt1">
                    <a:lumMod val="60000"/>
                    <a:lumOff val="40000"/>
                  </a:schemeClr>
                </a:solidFill>
                <a:effectLst/>
                <a:uFillTx/>
                <a:latin typeface="Century Schoolbook"/>
              </a:rPr>
              <a:t>&lt;number&gt;</a:t>
            </a:fld>
            <a:endParaRPr lang="en-US" sz="36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6840" cy="6857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5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pc="11" strike="noStrike">
                <a:solidFill>
                  <a:schemeClr val="lt1"/>
                </a:solidFill>
                <a:effectLst/>
                <a:uFillTx/>
                <a:latin typeface="Century Schoolbook"/>
              </a:rPr>
              <a:t>Click to edit the outline text format</a:t>
            </a:r>
            <a:endParaRPr lang="en-US" sz="1800" b="0" u="none" spc="11" strike="noStrike">
              <a:solidFill>
                <a:schemeClr val="lt1"/>
              </a:solidFill>
              <a:effectLst/>
              <a:uFillTx/>
              <a:latin typeface="Century Schoolbook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Century Schoolbook"/>
              </a:rPr>
              <a:t>Second Outline Level</a:t>
            </a:r>
            <a:endParaRPr lang="en-US" sz="1400" b="0" u="none" strike="noStrike">
              <a:solidFill>
                <a:schemeClr val="lt1">
                  <a:lumMod val="85000"/>
                  <a:lumOff val="15000"/>
                </a:schemeClr>
              </a:solidFill>
              <a:effectLst/>
              <a:uFillTx/>
              <a:latin typeface="Century Schoolbook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Century Schoolbook"/>
              </a:rPr>
              <a:t>Third Outline Level</a:t>
            </a:r>
            <a:endParaRPr lang="en-US" sz="1400" b="0" u="none" strike="noStrike">
              <a:solidFill>
                <a:schemeClr val="lt1">
                  <a:lumMod val="85000"/>
                  <a:lumOff val="15000"/>
                </a:schemeClr>
              </a:solidFill>
              <a:effectLst/>
              <a:uFillTx/>
              <a:latin typeface="Century Schoolbook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Century Schoolbook"/>
              </a:rPr>
              <a:t>Fourth Outline Level</a:t>
            </a:r>
            <a:endParaRPr lang="en-US" sz="1400" b="0" u="none" strike="noStrike">
              <a:solidFill>
                <a:schemeClr val="lt1">
                  <a:lumMod val="85000"/>
                  <a:lumOff val="15000"/>
                </a:schemeClr>
              </a:solidFill>
              <a:effectLst/>
              <a:uFillTx/>
              <a:latin typeface="Century Schoolbook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Century Schoolbook"/>
              </a:rPr>
              <a:t>Fifth Outline Level</a:t>
            </a:r>
            <a:endParaRPr lang="en-US" sz="2000" b="0" u="none" strike="noStrike">
              <a:solidFill>
                <a:schemeClr val="lt1">
                  <a:lumMod val="85000"/>
                  <a:lumOff val="15000"/>
                </a:schemeClr>
              </a:solidFill>
              <a:effectLst/>
              <a:uFillTx/>
              <a:latin typeface="Century Schoolbook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Century Schoolbook"/>
              </a:rPr>
              <a:t>Sixth Outline Level</a:t>
            </a:r>
            <a:endParaRPr lang="en-US" sz="2000" b="0" u="none" strike="noStrike">
              <a:solidFill>
                <a:schemeClr val="lt1">
                  <a:lumMod val="85000"/>
                  <a:lumOff val="15000"/>
                </a:schemeClr>
              </a:solidFill>
              <a:effectLst/>
              <a:uFillTx/>
              <a:latin typeface="Century Schoolbook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Century Schoolbook"/>
              </a:rPr>
              <a:t>Seventh Outline Level</a:t>
            </a:r>
            <a:endParaRPr lang="en-US" sz="2000" b="0" u="none" strike="noStrike">
              <a:solidFill>
                <a:schemeClr val="lt1">
                  <a:lumMod val="85000"/>
                  <a:lumOff val="15000"/>
                </a:schemeClr>
              </a:solidFill>
              <a:effectLst/>
              <a:uFillTx/>
              <a:latin typeface="Century Schoolbook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6"/>
          <p:cNvSpPr/>
          <p:nvPr/>
        </p:nvSpPr>
        <p:spPr>
          <a:xfrm>
            <a:off x="11292840" y="0"/>
            <a:ext cx="914040" cy="685764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1261800" y="365760"/>
            <a:ext cx="969228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pc="-51" strike="noStrike">
                <a:solidFill>
                  <a:schemeClr val="dk1"/>
                </a:solidFill>
                <a:effectLst/>
                <a:uFillTx/>
                <a:latin typeface="Century Schoolbook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entury Schoolbook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1261800" y="1828800"/>
            <a:ext cx="859500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182880" indent="-182880" defTabSz="914400">
              <a:lnSpc>
                <a:spcPct val="95000"/>
              </a:lnSpc>
              <a:spcBef>
                <a:spcPts val="1400"/>
              </a:spcBef>
              <a:spcAft>
                <a:spcPts val="201"/>
              </a:spcAft>
              <a:buClr>
                <a:srgbClr val="6f6f74"/>
              </a:buClr>
              <a:buSzPct val="80000"/>
              <a:buFont typeface="Arial"/>
              <a:buChar char="•"/>
            </a:pPr>
            <a:r>
              <a:rPr lang="en-US" sz="1800" b="0" u="none" spc="11" strike="noStrike">
                <a:solidFill>
                  <a:schemeClr val="dk1"/>
                </a:solidFill>
                <a:effectLst/>
                <a:uFillTx/>
                <a:latin typeface="Century Schoolbook"/>
              </a:rPr>
              <a:t>Click to edit Master text styles</a:t>
            </a:r>
            <a:endParaRPr lang="en-US" sz="1800" b="0" u="none" spc="11" strike="noStrike">
              <a:solidFill>
                <a:schemeClr val="dk1"/>
              </a:solidFill>
              <a:effectLst/>
              <a:uFillTx/>
              <a:latin typeface="Century Schoolbook"/>
            </a:endParaRPr>
          </a:p>
          <a:p>
            <a:pPr marL="457200" lvl="1" indent="-182880" defTabSz="9144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rgbClr val="6f6f74"/>
              </a:buClr>
              <a:buFont typeface="Wingdings 2" charset="2"/>
              <a:buChar char=""/>
            </a:pP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Schoolbook"/>
              </a:rPr>
              <a:t>Second level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Schoolbook"/>
            </a:endParaRPr>
          </a:p>
          <a:p>
            <a:pPr marL="731520" lvl="2" indent="-182880" defTabSz="9144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rgbClr val="6f6f74"/>
              </a:buClr>
              <a:buFont typeface="Wingdings 2" charset="2"/>
              <a:buChar char=""/>
            </a:pP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Schoolbook"/>
              </a:rPr>
              <a:t>Third level</a:t>
            </a:r>
            <a:endParaRPr lang="en-US" sz="1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Schoolbook"/>
            </a:endParaRPr>
          </a:p>
          <a:p>
            <a:pPr marL="1005840" lvl="3" indent="-182880" defTabSz="9144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rgbClr val="6f6f74"/>
              </a:buClr>
              <a:buFont typeface="Wingdings 2" charset="2"/>
              <a:buChar char=""/>
            </a:pP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Schoolbook"/>
              </a:rPr>
              <a:t>Fourth level</a:t>
            </a:r>
            <a:endParaRPr lang="en-US" sz="1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Schoolbook"/>
            </a:endParaRPr>
          </a:p>
          <a:p>
            <a:pPr marL="1280160" lvl="4" indent="-182880" defTabSz="9144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rgbClr val="6f6f74"/>
              </a:buClr>
              <a:buFont typeface="Wingdings 2" charset="2"/>
              <a:buChar char=""/>
            </a:pP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Schoolbook"/>
              </a:rPr>
              <a:t>Fifth level</a:t>
            </a:r>
            <a:endParaRPr lang="en-US" sz="1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Schoolbook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4"/>
          </p:nvPr>
        </p:nvSpPr>
        <p:spPr>
          <a:xfrm rot="16200000">
            <a:off x="10797480" y="999000"/>
            <a:ext cx="1904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GB" sz="1050" b="0" u="none" strike="noStrike">
                <a:solidFill>
                  <a:schemeClr val="dk2">
                    <a:lumMod val="20000"/>
                    <a:lumOff val="80000"/>
                  </a:schemeClr>
                </a:solidFill>
                <a:effectLst/>
                <a:uFillTx/>
                <a:latin typeface="Century Schoolbook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GB" sz="1050" b="0" u="none" strike="noStrike">
                <a:solidFill>
                  <a:schemeClr val="dk2">
                    <a:lumMod val="20000"/>
                    <a:lumOff val="80000"/>
                  </a:schemeClr>
                </a:solidFill>
                <a:effectLst/>
                <a:uFillTx/>
                <a:latin typeface="Century Schoolbook"/>
              </a:rPr>
              <a:t>&lt;date/time&gt;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5"/>
          </p:nvPr>
        </p:nvSpPr>
        <p:spPr>
          <a:xfrm rot="16200000">
            <a:off x="9959400" y="4047120"/>
            <a:ext cx="3580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6"/>
          </p:nvPr>
        </p:nvSpPr>
        <p:spPr>
          <a:xfrm>
            <a:off x="11292840" y="6172200"/>
            <a:ext cx="914040" cy="59328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GB" sz="3600" b="0" u="none" strike="noStrike">
                <a:solidFill>
                  <a:schemeClr val="dk2">
                    <a:lumMod val="60000"/>
                    <a:lumOff val="40000"/>
                  </a:schemeClr>
                </a:solidFill>
                <a:effectLst/>
                <a:uFillTx/>
                <a:latin typeface="Century Schoolbook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24138295-BEC5-4EA3-AAF4-8D5B1C72AD0D}" type="slidenum">
              <a:rPr lang="en-GB" sz="3600" b="0" u="none" strike="noStrike">
                <a:solidFill>
                  <a:schemeClr val="dk2">
                    <a:lumMod val="60000"/>
                    <a:lumOff val="40000"/>
                  </a:schemeClr>
                </a:solidFill>
                <a:effectLst/>
                <a:uFillTx/>
                <a:latin typeface="Century Schoolbook"/>
              </a:rPr>
              <a:t>&lt;number&gt;</a:t>
            </a:fld>
            <a:endParaRPr lang="en-US" sz="3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6"/>
          <p:cNvSpPr/>
          <p:nvPr/>
        </p:nvSpPr>
        <p:spPr>
          <a:xfrm>
            <a:off x="11292840" y="0"/>
            <a:ext cx="914040" cy="685764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8648640" y="380880"/>
            <a:ext cx="2476080" cy="589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pc="-51" strike="noStrike">
                <a:solidFill>
                  <a:schemeClr val="dk1"/>
                </a:solidFill>
                <a:effectLst/>
                <a:uFillTx/>
                <a:latin typeface="Century Schoolbook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entury Schoolbook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762120" y="380880"/>
            <a:ext cx="7733880" cy="589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182880" indent="-182880" defTabSz="914400">
              <a:lnSpc>
                <a:spcPct val="95000"/>
              </a:lnSpc>
              <a:spcBef>
                <a:spcPts val="1400"/>
              </a:spcBef>
              <a:spcAft>
                <a:spcPts val="201"/>
              </a:spcAft>
              <a:buClr>
                <a:srgbClr val="6f6f74"/>
              </a:buClr>
              <a:buSzPct val="80000"/>
              <a:buFont typeface="Arial"/>
              <a:buChar char="•"/>
            </a:pPr>
            <a:r>
              <a:rPr lang="en-US" sz="1800" b="0" u="none" spc="11" strike="noStrike">
                <a:solidFill>
                  <a:schemeClr val="dk1"/>
                </a:solidFill>
                <a:effectLst/>
                <a:uFillTx/>
                <a:latin typeface="Century Schoolbook"/>
              </a:rPr>
              <a:t>Click to edit Master text styles</a:t>
            </a:r>
            <a:endParaRPr lang="en-US" sz="1800" b="0" u="none" spc="11" strike="noStrike">
              <a:solidFill>
                <a:schemeClr val="dk1"/>
              </a:solidFill>
              <a:effectLst/>
              <a:uFillTx/>
              <a:latin typeface="Century Schoolbook"/>
            </a:endParaRPr>
          </a:p>
          <a:p>
            <a:pPr marL="457200" lvl="1" indent="-182880" defTabSz="9144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rgbClr val="6f6f74"/>
              </a:buClr>
              <a:buFont typeface="Wingdings 2" charset="2"/>
              <a:buChar char=""/>
            </a:pP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Schoolbook"/>
              </a:rPr>
              <a:t>Second level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Schoolbook"/>
            </a:endParaRPr>
          </a:p>
          <a:p>
            <a:pPr marL="731520" lvl="2" indent="-182880" defTabSz="9144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rgbClr val="6f6f74"/>
              </a:buClr>
              <a:buFont typeface="Wingdings 2" charset="2"/>
              <a:buChar char=""/>
            </a:pP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Schoolbook"/>
              </a:rPr>
              <a:t>Third level</a:t>
            </a:r>
            <a:endParaRPr lang="en-US" sz="1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Schoolbook"/>
            </a:endParaRPr>
          </a:p>
          <a:p>
            <a:pPr marL="1005840" lvl="3" indent="-182880" defTabSz="9144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rgbClr val="6f6f74"/>
              </a:buClr>
              <a:buFont typeface="Wingdings 2" charset="2"/>
              <a:buChar char=""/>
            </a:pP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Schoolbook"/>
              </a:rPr>
              <a:t>Fourth level</a:t>
            </a:r>
            <a:endParaRPr lang="en-US" sz="1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Schoolbook"/>
            </a:endParaRPr>
          </a:p>
          <a:p>
            <a:pPr marL="1280160" lvl="4" indent="-182880" defTabSz="9144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rgbClr val="6f6f74"/>
              </a:buClr>
              <a:buFont typeface="Wingdings 2" charset="2"/>
              <a:buChar char=""/>
            </a:pP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Schoolbook"/>
              </a:rPr>
              <a:t>Fifth level</a:t>
            </a:r>
            <a:endParaRPr lang="en-US" sz="1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Schoolbook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7"/>
          </p:nvPr>
        </p:nvSpPr>
        <p:spPr>
          <a:xfrm rot="16200000">
            <a:off x="10797480" y="999000"/>
            <a:ext cx="1904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GB" sz="1050" b="0" u="none" strike="noStrike">
                <a:solidFill>
                  <a:schemeClr val="dk2">
                    <a:lumMod val="20000"/>
                    <a:lumOff val="80000"/>
                  </a:schemeClr>
                </a:solidFill>
                <a:effectLst/>
                <a:uFillTx/>
                <a:latin typeface="Century Schoolbook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GB" sz="1050" b="0" u="none" strike="noStrike">
                <a:solidFill>
                  <a:schemeClr val="dk2">
                    <a:lumMod val="20000"/>
                    <a:lumOff val="80000"/>
                  </a:schemeClr>
                </a:solidFill>
                <a:effectLst/>
                <a:uFillTx/>
                <a:latin typeface="Century Schoolbook"/>
              </a:rPr>
              <a:t>&lt;date/time&gt;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8"/>
          </p:nvPr>
        </p:nvSpPr>
        <p:spPr>
          <a:xfrm rot="16200000">
            <a:off x="9959400" y="4047120"/>
            <a:ext cx="3580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9"/>
          </p:nvPr>
        </p:nvSpPr>
        <p:spPr>
          <a:xfrm>
            <a:off x="11292840" y="6172200"/>
            <a:ext cx="914040" cy="59328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GB" sz="3600" b="0" u="none" strike="noStrike">
                <a:solidFill>
                  <a:schemeClr val="dk2">
                    <a:lumMod val="60000"/>
                    <a:lumOff val="40000"/>
                  </a:schemeClr>
                </a:solidFill>
                <a:effectLst/>
                <a:uFillTx/>
                <a:latin typeface="Century Schoolbook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7480C807-90F8-4E24-96CE-167A469CBEBD}" type="slidenum">
              <a:rPr lang="en-GB" sz="3600" b="0" u="none" strike="noStrike">
                <a:solidFill>
                  <a:schemeClr val="dk2">
                    <a:lumMod val="60000"/>
                    <a:lumOff val="40000"/>
                  </a:schemeClr>
                </a:solidFill>
                <a:effectLst/>
                <a:uFillTx/>
                <a:latin typeface="Century Schoolbook"/>
              </a:rPr>
              <a:t>&lt;number&gt;</a:t>
            </a:fld>
            <a:endParaRPr lang="en-US" sz="3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6"/>
          <p:cNvSpPr/>
          <p:nvPr/>
        </p:nvSpPr>
        <p:spPr>
          <a:xfrm>
            <a:off x="11292840" y="0"/>
            <a:ext cx="914040" cy="685764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261800" y="365760"/>
            <a:ext cx="969228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pc="-51" strike="noStrike">
                <a:solidFill>
                  <a:schemeClr val="dk1"/>
                </a:solidFill>
                <a:effectLst/>
                <a:uFillTx/>
                <a:latin typeface="Century Schoolbook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entury Schoolbook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1261800" y="1828800"/>
            <a:ext cx="859500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82880" indent="-182880" defTabSz="914400">
              <a:lnSpc>
                <a:spcPct val="95000"/>
              </a:lnSpc>
              <a:spcBef>
                <a:spcPts val="1400"/>
              </a:spcBef>
              <a:spcAft>
                <a:spcPts val="201"/>
              </a:spcAft>
              <a:buClr>
                <a:srgbClr val="6f6f74"/>
              </a:buClr>
              <a:buSzPct val="80000"/>
              <a:buFont typeface="Arial"/>
              <a:buChar char="•"/>
            </a:pPr>
            <a:r>
              <a:rPr lang="en-US" sz="1800" b="0" u="none" spc="11" strike="noStrike">
                <a:solidFill>
                  <a:schemeClr val="dk1"/>
                </a:solidFill>
                <a:effectLst/>
                <a:uFillTx/>
                <a:latin typeface="Century Schoolbook"/>
              </a:rPr>
              <a:t>Click to edit Master text styles</a:t>
            </a:r>
            <a:endParaRPr lang="en-US" sz="1800" b="0" u="none" spc="11" strike="noStrike">
              <a:solidFill>
                <a:schemeClr val="dk1"/>
              </a:solidFill>
              <a:effectLst/>
              <a:uFillTx/>
              <a:latin typeface="Century Schoolbook"/>
            </a:endParaRPr>
          </a:p>
          <a:p>
            <a:pPr marL="457200" lvl="1" indent="-182880" defTabSz="9144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rgbClr val="6f6f74"/>
              </a:buClr>
              <a:buFont typeface="Wingdings 2" charset="2"/>
              <a:buChar char=""/>
            </a:pP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Schoolbook"/>
              </a:rPr>
              <a:t>Second level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Schoolbook"/>
            </a:endParaRPr>
          </a:p>
          <a:p>
            <a:pPr marL="731520" lvl="2" indent="-182880" defTabSz="9144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rgbClr val="6f6f74"/>
              </a:buClr>
              <a:buFont typeface="Wingdings 2" charset="2"/>
              <a:buChar char=""/>
            </a:pP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Schoolbook"/>
              </a:rPr>
              <a:t>Third level</a:t>
            </a:r>
            <a:endParaRPr lang="en-US" sz="1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Schoolbook"/>
            </a:endParaRPr>
          </a:p>
          <a:p>
            <a:pPr marL="1005840" lvl="3" indent="-182880" defTabSz="9144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rgbClr val="6f6f74"/>
              </a:buClr>
              <a:buFont typeface="Wingdings 2" charset="2"/>
              <a:buChar char=""/>
            </a:pP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Schoolbook"/>
              </a:rPr>
              <a:t>Fourth level</a:t>
            </a:r>
            <a:endParaRPr lang="en-US" sz="1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Schoolbook"/>
            </a:endParaRPr>
          </a:p>
          <a:p>
            <a:pPr marL="1280160" lvl="4" indent="-182880" defTabSz="9144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rgbClr val="6f6f74"/>
              </a:buClr>
              <a:buFont typeface="Wingdings 2" charset="2"/>
              <a:buChar char=""/>
            </a:pP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Schoolbook"/>
              </a:rPr>
              <a:t>Fifth level</a:t>
            </a:r>
            <a:endParaRPr lang="en-US" sz="1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Schoolbook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0"/>
          </p:nvPr>
        </p:nvSpPr>
        <p:spPr>
          <a:xfrm rot="16200000">
            <a:off x="10797480" y="999000"/>
            <a:ext cx="1904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GB" sz="1050" b="0" u="none" strike="noStrike">
                <a:solidFill>
                  <a:schemeClr val="dk2">
                    <a:lumMod val="20000"/>
                    <a:lumOff val="80000"/>
                  </a:schemeClr>
                </a:solidFill>
                <a:effectLst/>
                <a:uFillTx/>
                <a:latin typeface="Century Schoolbook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GB" sz="1050" b="0" u="none" strike="noStrike">
                <a:solidFill>
                  <a:schemeClr val="dk2">
                    <a:lumMod val="20000"/>
                    <a:lumOff val="80000"/>
                  </a:schemeClr>
                </a:solidFill>
                <a:effectLst/>
                <a:uFillTx/>
                <a:latin typeface="Century Schoolbook"/>
              </a:rPr>
              <a:t>&lt;date/time&gt;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1"/>
          </p:nvPr>
        </p:nvSpPr>
        <p:spPr>
          <a:xfrm rot="16200000">
            <a:off x="9959400" y="4047120"/>
            <a:ext cx="3580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2"/>
          </p:nvPr>
        </p:nvSpPr>
        <p:spPr>
          <a:xfrm>
            <a:off x="11292840" y="6172200"/>
            <a:ext cx="914040" cy="59328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GB" sz="3600" b="0" u="none" strike="noStrike">
                <a:solidFill>
                  <a:schemeClr val="dk2">
                    <a:lumMod val="60000"/>
                    <a:lumOff val="40000"/>
                  </a:schemeClr>
                </a:solidFill>
                <a:effectLst/>
                <a:uFillTx/>
                <a:latin typeface="Century Schoolbook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E09E76C2-8CD3-4127-90DE-8A05EFF0ED73}" type="slidenum">
              <a:rPr lang="en-GB" sz="3600" b="0" u="none" strike="noStrike">
                <a:solidFill>
                  <a:schemeClr val="dk2">
                    <a:lumMod val="60000"/>
                    <a:lumOff val="40000"/>
                  </a:schemeClr>
                </a:solidFill>
                <a:effectLst/>
                <a:uFillTx/>
                <a:latin typeface="Century Schoolbook"/>
              </a:rPr>
              <a:t>&lt;number&gt;</a:t>
            </a:fld>
            <a:endParaRPr lang="en-US" sz="3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6"/>
          <p:cNvSpPr/>
          <p:nvPr/>
        </p:nvSpPr>
        <p:spPr>
          <a:xfrm>
            <a:off x="11292840" y="0"/>
            <a:ext cx="914040" cy="685764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1261800" y="758880"/>
            <a:ext cx="9417960" cy="404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85000"/>
              </a:lnSpc>
              <a:buNone/>
            </a:pPr>
            <a:r>
              <a:rPr lang="en-US" sz="7200" b="0" u="none" spc="-51" strike="noStrike">
                <a:solidFill>
                  <a:schemeClr val="dk1"/>
                </a:solidFill>
                <a:effectLst/>
                <a:uFillTx/>
                <a:latin typeface="Century Schoolbook"/>
              </a:rPr>
              <a:t>Click to edit Master title style</a:t>
            </a:r>
            <a:endParaRPr lang="en-US" sz="7200" b="0" u="none" strike="noStrike">
              <a:solidFill>
                <a:schemeClr val="dk1"/>
              </a:solidFill>
              <a:effectLst/>
              <a:uFillTx/>
              <a:latin typeface="Century Schoolbook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1261800" y="4800600"/>
            <a:ext cx="9417960" cy="1691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5000"/>
              </a:lnSpc>
              <a:spcBef>
                <a:spcPts val="1400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lang="en-US" sz="2200" b="0" u="none" spc="11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Century Schoolbook"/>
              </a:rPr>
              <a:t>Click to edit Master text styles</a:t>
            </a:r>
            <a:endParaRPr lang="en-US" sz="2200" b="0" u="none" spc="11" strike="noStrike">
              <a:solidFill>
                <a:schemeClr val="dk1"/>
              </a:solidFill>
              <a:effectLst/>
              <a:uFillTx/>
              <a:latin typeface="Century Schoolbook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3"/>
          </p:nvPr>
        </p:nvSpPr>
        <p:spPr>
          <a:xfrm rot="16200000">
            <a:off x="10797480" y="999000"/>
            <a:ext cx="1904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GB" sz="1050" b="0" u="none" strike="noStrike">
                <a:solidFill>
                  <a:schemeClr val="dk2">
                    <a:lumMod val="20000"/>
                    <a:lumOff val="80000"/>
                  </a:schemeClr>
                </a:solidFill>
                <a:effectLst/>
                <a:uFillTx/>
                <a:latin typeface="Century Schoolbook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GB" sz="1050" b="0" u="none" strike="noStrike">
                <a:solidFill>
                  <a:schemeClr val="dk2">
                    <a:lumMod val="20000"/>
                    <a:lumOff val="80000"/>
                  </a:schemeClr>
                </a:solidFill>
                <a:effectLst/>
                <a:uFillTx/>
                <a:latin typeface="Century Schoolbook"/>
              </a:rPr>
              <a:t>&lt;date/time&gt;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4"/>
          </p:nvPr>
        </p:nvSpPr>
        <p:spPr>
          <a:xfrm rot="16200000">
            <a:off x="9959400" y="4047120"/>
            <a:ext cx="3580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5"/>
          </p:nvPr>
        </p:nvSpPr>
        <p:spPr>
          <a:xfrm>
            <a:off x="11292840" y="6172200"/>
            <a:ext cx="914040" cy="59328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GB" sz="3600" b="0" u="none" strike="noStrike">
                <a:solidFill>
                  <a:schemeClr val="dk2">
                    <a:lumMod val="60000"/>
                    <a:lumOff val="40000"/>
                  </a:schemeClr>
                </a:solidFill>
                <a:effectLst/>
                <a:uFillTx/>
                <a:latin typeface="Century Schoolbook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59557A45-4B96-46CA-AD6D-5B1AAD4C552D}" type="slidenum">
              <a:rPr lang="en-GB" sz="3600" b="0" u="none" strike="noStrike">
                <a:solidFill>
                  <a:schemeClr val="dk2">
                    <a:lumMod val="60000"/>
                    <a:lumOff val="40000"/>
                  </a:schemeClr>
                </a:solidFill>
                <a:effectLst/>
                <a:uFillTx/>
                <a:latin typeface="Century Schoolbook"/>
              </a:rPr>
              <a:t>&lt;number&gt;</a:t>
            </a:fld>
            <a:endParaRPr lang="en-US" sz="3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Rectangle 6"/>
          <p:cNvSpPr/>
          <p:nvPr/>
        </p:nvSpPr>
        <p:spPr>
          <a:xfrm>
            <a:off x="0" y="0"/>
            <a:ext cx="456840" cy="6857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6"/>
          <p:cNvSpPr/>
          <p:nvPr/>
        </p:nvSpPr>
        <p:spPr>
          <a:xfrm>
            <a:off x="11292840" y="0"/>
            <a:ext cx="914040" cy="685764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1261800" y="365760"/>
            <a:ext cx="969228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pc="-51" strike="noStrike">
                <a:solidFill>
                  <a:schemeClr val="dk1"/>
                </a:solidFill>
                <a:effectLst/>
                <a:uFillTx/>
                <a:latin typeface="Century Schoolbook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entury Schoolbook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1261800" y="1828800"/>
            <a:ext cx="448020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82880" indent="-182880" defTabSz="914400">
              <a:lnSpc>
                <a:spcPct val="95000"/>
              </a:lnSpc>
              <a:spcBef>
                <a:spcPts val="1400"/>
              </a:spcBef>
              <a:spcAft>
                <a:spcPts val="201"/>
              </a:spcAft>
              <a:buClr>
                <a:srgbClr val="6f6f74"/>
              </a:buClr>
              <a:buSzPct val="80000"/>
              <a:buFont typeface="Arial"/>
              <a:buChar char="•"/>
            </a:pPr>
            <a:r>
              <a:rPr lang="en-US" sz="1800" b="0" u="none" spc="11" strike="noStrike">
                <a:solidFill>
                  <a:schemeClr val="dk1"/>
                </a:solidFill>
                <a:effectLst/>
                <a:uFillTx/>
                <a:latin typeface="Century Schoolbook"/>
              </a:rPr>
              <a:t>Click to edit Master text styles</a:t>
            </a:r>
            <a:endParaRPr lang="en-US" sz="1800" b="0" u="none" spc="11" strike="noStrike">
              <a:solidFill>
                <a:schemeClr val="dk1"/>
              </a:solidFill>
              <a:effectLst/>
              <a:uFillTx/>
              <a:latin typeface="Century Schoolbook"/>
            </a:endParaRPr>
          </a:p>
          <a:p>
            <a:pPr marL="457200" lvl="1" indent="-182880" defTabSz="9144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rgbClr val="6f6f74"/>
              </a:buClr>
              <a:buFont typeface="Wingdings 2" charset="2"/>
              <a:buChar char=""/>
            </a:pP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Schoolbook"/>
              </a:rPr>
              <a:t>Second level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Schoolbook"/>
            </a:endParaRPr>
          </a:p>
          <a:p>
            <a:pPr marL="731520" lvl="2" indent="-182880" defTabSz="9144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rgbClr val="6f6f74"/>
              </a:buClr>
              <a:buFont typeface="Wingdings 2" charset="2"/>
              <a:buChar char=""/>
            </a:pP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Schoolbook"/>
              </a:rPr>
              <a:t>Third level</a:t>
            </a:r>
            <a:endParaRPr lang="en-US" sz="1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Schoolbook"/>
            </a:endParaRPr>
          </a:p>
          <a:p>
            <a:pPr marL="1005840" lvl="3" indent="-182880" defTabSz="9144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rgbClr val="6f6f74"/>
              </a:buClr>
              <a:buFont typeface="Wingdings 2" charset="2"/>
              <a:buChar char=""/>
            </a:pP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Schoolbook"/>
              </a:rPr>
              <a:t>Fourth level</a:t>
            </a:r>
            <a:endParaRPr lang="en-US" sz="1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Schoolbook"/>
            </a:endParaRPr>
          </a:p>
          <a:p>
            <a:pPr marL="1280160" lvl="4" indent="-182880" defTabSz="9144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rgbClr val="6f6f74"/>
              </a:buClr>
              <a:buFont typeface="Wingdings 2" charset="2"/>
              <a:buChar char=""/>
            </a:pP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Schoolbook"/>
              </a:rPr>
              <a:t>Fifth level</a:t>
            </a:r>
            <a:endParaRPr lang="en-US" sz="1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Schoolbook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body"/>
          </p:nvPr>
        </p:nvSpPr>
        <p:spPr>
          <a:xfrm>
            <a:off x="6126480" y="1828800"/>
            <a:ext cx="448020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82880" indent="-182880" defTabSz="914400">
              <a:lnSpc>
                <a:spcPct val="95000"/>
              </a:lnSpc>
              <a:spcBef>
                <a:spcPts val="1400"/>
              </a:spcBef>
              <a:spcAft>
                <a:spcPts val="201"/>
              </a:spcAft>
              <a:buClr>
                <a:srgbClr val="6f6f74"/>
              </a:buClr>
              <a:buSzPct val="80000"/>
              <a:buFont typeface="Arial"/>
              <a:buChar char="•"/>
            </a:pPr>
            <a:r>
              <a:rPr lang="en-US" sz="1800" b="0" u="none" spc="11" strike="noStrike">
                <a:solidFill>
                  <a:schemeClr val="dk1"/>
                </a:solidFill>
                <a:effectLst/>
                <a:uFillTx/>
                <a:latin typeface="Century Schoolbook"/>
              </a:rPr>
              <a:t>Click to edit Master text styles</a:t>
            </a:r>
            <a:endParaRPr lang="en-US" sz="1800" b="0" u="none" spc="11" strike="noStrike">
              <a:solidFill>
                <a:schemeClr val="dk1"/>
              </a:solidFill>
              <a:effectLst/>
              <a:uFillTx/>
              <a:latin typeface="Century Schoolbook"/>
            </a:endParaRPr>
          </a:p>
          <a:p>
            <a:pPr marL="457200" lvl="1" indent="-182880" defTabSz="9144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rgbClr val="6f6f74"/>
              </a:buClr>
              <a:buFont typeface="Wingdings 2" charset="2"/>
              <a:buChar char=""/>
            </a:pP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Schoolbook"/>
              </a:rPr>
              <a:t>Second level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Schoolbook"/>
            </a:endParaRPr>
          </a:p>
          <a:p>
            <a:pPr marL="731520" lvl="2" indent="-182880" defTabSz="9144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rgbClr val="6f6f74"/>
              </a:buClr>
              <a:buFont typeface="Wingdings 2" charset="2"/>
              <a:buChar char=""/>
            </a:pP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Schoolbook"/>
              </a:rPr>
              <a:t>Third level</a:t>
            </a:r>
            <a:endParaRPr lang="en-US" sz="1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Schoolbook"/>
            </a:endParaRPr>
          </a:p>
          <a:p>
            <a:pPr marL="1005840" lvl="3" indent="-182880" defTabSz="9144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rgbClr val="6f6f74"/>
              </a:buClr>
              <a:buFont typeface="Wingdings 2" charset="2"/>
              <a:buChar char=""/>
            </a:pP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Schoolbook"/>
              </a:rPr>
              <a:t>Fourth level</a:t>
            </a:r>
            <a:endParaRPr lang="en-US" sz="1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Schoolbook"/>
            </a:endParaRPr>
          </a:p>
          <a:p>
            <a:pPr marL="1280160" lvl="4" indent="-182880" defTabSz="9144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rgbClr val="6f6f74"/>
              </a:buClr>
              <a:buFont typeface="Wingdings 2" charset="2"/>
              <a:buChar char=""/>
            </a:pP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Schoolbook"/>
              </a:rPr>
              <a:t>Fifth level</a:t>
            </a:r>
            <a:endParaRPr lang="en-US" sz="1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Schoolbook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dt" idx="16"/>
          </p:nvPr>
        </p:nvSpPr>
        <p:spPr>
          <a:xfrm rot="16200000">
            <a:off x="10797480" y="999000"/>
            <a:ext cx="1904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GB" sz="1050" b="0" u="none" strike="noStrike">
                <a:solidFill>
                  <a:schemeClr val="dk2">
                    <a:lumMod val="20000"/>
                    <a:lumOff val="80000"/>
                  </a:schemeClr>
                </a:solidFill>
                <a:effectLst/>
                <a:uFillTx/>
                <a:latin typeface="Century Schoolbook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GB" sz="1050" b="0" u="none" strike="noStrike">
                <a:solidFill>
                  <a:schemeClr val="dk2">
                    <a:lumMod val="20000"/>
                    <a:lumOff val="80000"/>
                  </a:schemeClr>
                </a:solidFill>
                <a:effectLst/>
                <a:uFillTx/>
                <a:latin typeface="Century Schoolbook"/>
              </a:rPr>
              <a:t>&lt;date/time&gt;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ftr" idx="17"/>
          </p:nvPr>
        </p:nvSpPr>
        <p:spPr>
          <a:xfrm rot="16200000">
            <a:off x="9959400" y="4047120"/>
            <a:ext cx="3580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 type="sldNum" idx="18"/>
          </p:nvPr>
        </p:nvSpPr>
        <p:spPr>
          <a:xfrm>
            <a:off x="11292840" y="6172200"/>
            <a:ext cx="914040" cy="59328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GB" sz="3600" b="0" u="none" strike="noStrike">
                <a:solidFill>
                  <a:schemeClr val="dk2">
                    <a:lumMod val="60000"/>
                    <a:lumOff val="40000"/>
                  </a:schemeClr>
                </a:solidFill>
                <a:effectLst/>
                <a:uFillTx/>
                <a:latin typeface="Century Schoolbook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5249B47C-D89F-4537-894C-4264065EA8D4}" type="slidenum">
              <a:rPr lang="en-GB" sz="3600" b="0" u="none" strike="noStrike">
                <a:solidFill>
                  <a:schemeClr val="dk2">
                    <a:lumMod val="60000"/>
                    <a:lumOff val="40000"/>
                  </a:schemeClr>
                </a:solidFill>
                <a:effectLst/>
                <a:uFillTx/>
                <a:latin typeface="Century Schoolbook"/>
              </a:rPr>
              <a:t>&lt;number&gt;</a:t>
            </a:fld>
            <a:endParaRPr lang="en-US" sz="3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6"/>
          <p:cNvSpPr/>
          <p:nvPr/>
        </p:nvSpPr>
        <p:spPr>
          <a:xfrm>
            <a:off x="11292840" y="0"/>
            <a:ext cx="914040" cy="685764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1261800" y="365760"/>
            <a:ext cx="969228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pc="-51" strike="noStrike">
                <a:solidFill>
                  <a:schemeClr val="dk1"/>
                </a:solidFill>
                <a:effectLst/>
                <a:uFillTx/>
                <a:latin typeface="Century Schoolbook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entury Schoolbook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1261800" y="1713600"/>
            <a:ext cx="4480200" cy="731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5000"/>
              </a:lnSpc>
              <a:spcAft>
                <a:spcPts val="201"/>
              </a:spcAft>
              <a:buNone/>
              <a:tabLst>
                <a:tab algn="l" pos="0"/>
              </a:tabLst>
            </a:pPr>
            <a:r>
              <a:rPr lang="en-US" sz="2000" b="0" u="none" spc="11" strike="noStrike">
                <a:solidFill>
                  <a:schemeClr val="dk2"/>
                </a:solidFill>
                <a:effectLst/>
                <a:uFillTx/>
                <a:latin typeface="Century Schoolbook"/>
              </a:rPr>
              <a:t>Click to edit Master text styles</a:t>
            </a:r>
            <a:endParaRPr lang="en-US" sz="2000" b="0" u="none" spc="11" strike="noStrike">
              <a:solidFill>
                <a:schemeClr val="dk1"/>
              </a:solidFill>
              <a:effectLst/>
              <a:uFillTx/>
              <a:latin typeface="Century Schoolbook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1261800" y="2507400"/>
            <a:ext cx="4480200" cy="366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82880" indent="-182880" defTabSz="914400">
              <a:lnSpc>
                <a:spcPct val="95000"/>
              </a:lnSpc>
              <a:spcBef>
                <a:spcPts val="1400"/>
              </a:spcBef>
              <a:spcAft>
                <a:spcPts val="201"/>
              </a:spcAft>
              <a:buClr>
                <a:srgbClr val="6f6f74"/>
              </a:buClr>
              <a:buSzPct val="80000"/>
              <a:buFont typeface="Arial"/>
              <a:buChar char="•"/>
            </a:pPr>
            <a:r>
              <a:rPr lang="en-US" sz="1800" b="0" u="none" spc="11" strike="noStrike">
                <a:solidFill>
                  <a:schemeClr val="dk1"/>
                </a:solidFill>
                <a:effectLst/>
                <a:uFillTx/>
                <a:latin typeface="Century Schoolbook"/>
              </a:rPr>
              <a:t>Click to edit Master text styles</a:t>
            </a:r>
            <a:endParaRPr lang="en-US" sz="1800" b="0" u="none" spc="11" strike="noStrike">
              <a:solidFill>
                <a:schemeClr val="dk1"/>
              </a:solidFill>
              <a:effectLst/>
              <a:uFillTx/>
              <a:latin typeface="Century Schoolbook"/>
            </a:endParaRPr>
          </a:p>
          <a:p>
            <a:pPr marL="457200" lvl="1" indent="-182880" defTabSz="9144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rgbClr val="6f6f74"/>
              </a:buClr>
              <a:buFont typeface="Wingdings 2" charset="2"/>
              <a:buChar char=""/>
            </a:pP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Schoolbook"/>
              </a:rPr>
              <a:t>Second level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Schoolbook"/>
            </a:endParaRPr>
          </a:p>
          <a:p>
            <a:pPr marL="731520" lvl="2" indent="-182880" defTabSz="9144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rgbClr val="6f6f74"/>
              </a:buClr>
              <a:buFont typeface="Wingdings 2" charset="2"/>
              <a:buChar char=""/>
            </a:pP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Schoolbook"/>
              </a:rPr>
              <a:t>Third level</a:t>
            </a:r>
            <a:endParaRPr lang="en-US" sz="1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Schoolbook"/>
            </a:endParaRPr>
          </a:p>
          <a:p>
            <a:pPr marL="1005840" lvl="3" indent="-182880" defTabSz="9144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rgbClr val="6f6f74"/>
              </a:buClr>
              <a:buFont typeface="Wingdings 2" charset="2"/>
              <a:buChar char=""/>
            </a:pP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Schoolbook"/>
              </a:rPr>
              <a:t>Fourth level</a:t>
            </a:r>
            <a:endParaRPr lang="en-US" sz="1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Schoolbook"/>
            </a:endParaRPr>
          </a:p>
          <a:p>
            <a:pPr marL="1280160" lvl="4" indent="-182880" defTabSz="9144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rgbClr val="6f6f74"/>
              </a:buClr>
              <a:buFont typeface="Wingdings 2" charset="2"/>
              <a:buChar char=""/>
            </a:pP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Schoolbook"/>
              </a:rPr>
              <a:t>Fifth level</a:t>
            </a:r>
            <a:endParaRPr lang="en-US" sz="1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Schoolbook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body"/>
          </p:nvPr>
        </p:nvSpPr>
        <p:spPr>
          <a:xfrm>
            <a:off x="6126480" y="1713600"/>
            <a:ext cx="4480200" cy="731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spcBef>
                <a:spcPts val="2001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lang="en-US" sz="2000" b="0" u="none" spc="11" strike="noStrike">
                <a:solidFill>
                  <a:schemeClr val="dk2"/>
                </a:solidFill>
                <a:effectLst/>
                <a:uFillTx/>
                <a:latin typeface="Century Schoolbook"/>
              </a:rPr>
              <a:t>Click to edit Master text styles</a:t>
            </a:r>
            <a:endParaRPr lang="en-US" sz="2000" b="0" u="none" spc="11" strike="noStrike">
              <a:solidFill>
                <a:schemeClr val="dk1"/>
              </a:solidFill>
              <a:effectLst/>
              <a:uFillTx/>
              <a:latin typeface="Century Schoolbook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6126480" y="2507400"/>
            <a:ext cx="4480200" cy="366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82880" indent="-182880" defTabSz="914400">
              <a:lnSpc>
                <a:spcPct val="95000"/>
              </a:lnSpc>
              <a:spcBef>
                <a:spcPts val="1400"/>
              </a:spcBef>
              <a:spcAft>
                <a:spcPts val="201"/>
              </a:spcAft>
              <a:buClr>
                <a:srgbClr val="6f6f74"/>
              </a:buClr>
              <a:buSzPct val="80000"/>
              <a:buFont typeface="Arial"/>
              <a:buChar char="•"/>
            </a:pPr>
            <a:r>
              <a:rPr lang="en-US" sz="1800" b="0" u="none" spc="11" strike="noStrike">
                <a:solidFill>
                  <a:schemeClr val="dk1"/>
                </a:solidFill>
                <a:effectLst/>
                <a:uFillTx/>
                <a:latin typeface="Century Schoolbook"/>
              </a:rPr>
              <a:t>Click to edit Master text styles</a:t>
            </a:r>
            <a:endParaRPr lang="en-US" sz="1800" b="0" u="none" spc="11" strike="noStrike">
              <a:solidFill>
                <a:schemeClr val="dk1"/>
              </a:solidFill>
              <a:effectLst/>
              <a:uFillTx/>
              <a:latin typeface="Century Schoolbook"/>
            </a:endParaRPr>
          </a:p>
          <a:p>
            <a:pPr marL="457200" lvl="1" indent="-182880" defTabSz="9144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rgbClr val="6f6f74"/>
              </a:buClr>
              <a:buFont typeface="Wingdings 2" charset="2"/>
              <a:buChar char=""/>
            </a:pP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Schoolbook"/>
              </a:rPr>
              <a:t>Second level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Schoolbook"/>
            </a:endParaRPr>
          </a:p>
          <a:p>
            <a:pPr marL="731520" lvl="2" indent="-182880" defTabSz="9144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rgbClr val="6f6f74"/>
              </a:buClr>
              <a:buFont typeface="Wingdings 2" charset="2"/>
              <a:buChar char=""/>
            </a:pP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Schoolbook"/>
              </a:rPr>
              <a:t>Third level</a:t>
            </a:r>
            <a:endParaRPr lang="en-US" sz="1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Schoolbook"/>
            </a:endParaRPr>
          </a:p>
          <a:p>
            <a:pPr marL="1005840" lvl="3" indent="-182880" defTabSz="9144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rgbClr val="6f6f74"/>
              </a:buClr>
              <a:buFont typeface="Wingdings 2" charset="2"/>
              <a:buChar char=""/>
            </a:pP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Schoolbook"/>
              </a:rPr>
              <a:t>Fourth level</a:t>
            </a:r>
            <a:endParaRPr lang="en-US" sz="1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Schoolbook"/>
            </a:endParaRPr>
          </a:p>
          <a:p>
            <a:pPr marL="1280160" lvl="4" indent="-182880" defTabSz="9144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rgbClr val="6f6f74"/>
              </a:buClr>
              <a:buFont typeface="Wingdings 2" charset="2"/>
              <a:buChar char=""/>
            </a:pP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Schoolbook"/>
              </a:rPr>
              <a:t>Fifth level</a:t>
            </a:r>
            <a:endParaRPr lang="en-US" sz="1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Schoolbook"/>
            </a:endParaRPr>
          </a:p>
        </p:txBody>
      </p:sp>
      <p:sp>
        <p:nvSpPr>
          <p:cNvPr id="47" name="PlaceHolder 6"/>
          <p:cNvSpPr>
            <a:spLocks noGrp="1"/>
          </p:cNvSpPr>
          <p:nvPr>
            <p:ph type="dt" idx="19"/>
          </p:nvPr>
        </p:nvSpPr>
        <p:spPr>
          <a:xfrm rot="16200000">
            <a:off x="10797480" y="999000"/>
            <a:ext cx="1904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GB" sz="1050" b="0" u="none" strike="noStrike">
                <a:solidFill>
                  <a:schemeClr val="dk2">
                    <a:lumMod val="20000"/>
                    <a:lumOff val="80000"/>
                  </a:schemeClr>
                </a:solidFill>
                <a:effectLst/>
                <a:uFillTx/>
                <a:latin typeface="Century Schoolbook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GB" sz="1050" b="0" u="none" strike="noStrike">
                <a:solidFill>
                  <a:schemeClr val="dk2">
                    <a:lumMod val="20000"/>
                    <a:lumOff val="80000"/>
                  </a:schemeClr>
                </a:solidFill>
                <a:effectLst/>
                <a:uFillTx/>
                <a:latin typeface="Century Schoolbook"/>
              </a:rPr>
              <a:t>&lt;date/time&gt;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7"/>
          <p:cNvSpPr>
            <a:spLocks noGrp="1"/>
          </p:cNvSpPr>
          <p:nvPr>
            <p:ph type="ftr" idx="20"/>
          </p:nvPr>
        </p:nvSpPr>
        <p:spPr>
          <a:xfrm rot="16200000">
            <a:off x="9959400" y="4047120"/>
            <a:ext cx="3580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8"/>
          <p:cNvSpPr>
            <a:spLocks noGrp="1"/>
          </p:cNvSpPr>
          <p:nvPr>
            <p:ph type="sldNum" idx="21"/>
          </p:nvPr>
        </p:nvSpPr>
        <p:spPr>
          <a:xfrm>
            <a:off x="11292840" y="6172200"/>
            <a:ext cx="914040" cy="59328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GB" sz="3600" b="0" u="none" strike="noStrike">
                <a:solidFill>
                  <a:schemeClr val="dk2">
                    <a:lumMod val="60000"/>
                    <a:lumOff val="40000"/>
                  </a:schemeClr>
                </a:solidFill>
                <a:effectLst/>
                <a:uFillTx/>
                <a:latin typeface="Century Schoolbook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CF488725-8FCF-45EF-BE9F-E1FF74B89CB6}" type="slidenum">
              <a:rPr lang="en-GB" sz="3600" b="0" u="none" strike="noStrike">
                <a:solidFill>
                  <a:schemeClr val="dk2">
                    <a:lumMod val="60000"/>
                    <a:lumOff val="40000"/>
                  </a:schemeClr>
                </a:solidFill>
                <a:effectLst/>
                <a:uFillTx/>
                <a:latin typeface="Century Schoolbook"/>
              </a:rPr>
              <a:t>&lt;number&gt;</a:t>
            </a:fld>
            <a:endParaRPr lang="en-US" sz="3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6"/>
          <p:cNvSpPr/>
          <p:nvPr/>
        </p:nvSpPr>
        <p:spPr>
          <a:xfrm>
            <a:off x="11292840" y="0"/>
            <a:ext cx="914040" cy="685764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1261800" y="365760"/>
            <a:ext cx="969228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pc="-51" strike="noStrike">
                <a:solidFill>
                  <a:schemeClr val="dk1"/>
                </a:solidFill>
                <a:effectLst/>
                <a:uFillTx/>
                <a:latin typeface="Century Schoolbook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entury Schoolbook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dt" idx="22"/>
          </p:nvPr>
        </p:nvSpPr>
        <p:spPr>
          <a:xfrm rot="16200000">
            <a:off x="10797480" y="999000"/>
            <a:ext cx="1904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GB" sz="1050" b="0" u="none" strike="noStrike">
                <a:solidFill>
                  <a:schemeClr val="dk2">
                    <a:lumMod val="20000"/>
                    <a:lumOff val="80000"/>
                  </a:schemeClr>
                </a:solidFill>
                <a:effectLst/>
                <a:uFillTx/>
                <a:latin typeface="Century Schoolbook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GB" sz="1050" b="0" u="none" strike="noStrike">
                <a:solidFill>
                  <a:schemeClr val="dk2">
                    <a:lumMod val="20000"/>
                    <a:lumOff val="80000"/>
                  </a:schemeClr>
                </a:solidFill>
                <a:effectLst/>
                <a:uFillTx/>
                <a:latin typeface="Century Schoolbook"/>
              </a:rPr>
              <a:t>&lt;date/time&gt;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ftr" idx="23"/>
          </p:nvPr>
        </p:nvSpPr>
        <p:spPr>
          <a:xfrm rot="16200000">
            <a:off x="9959400" y="4047120"/>
            <a:ext cx="3580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sldNum" idx="24"/>
          </p:nvPr>
        </p:nvSpPr>
        <p:spPr>
          <a:xfrm>
            <a:off x="11292840" y="6172200"/>
            <a:ext cx="914040" cy="59328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GB" sz="3600" b="0" u="none" strike="noStrike">
                <a:solidFill>
                  <a:schemeClr val="dk2">
                    <a:lumMod val="60000"/>
                    <a:lumOff val="40000"/>
                  </a:schemeClr>
                </a:solidFill>
                <a:effectLst/>
                <a:uFillTx/>
                <a:latin typeface="Century Schoolbook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7B7EE344-CD57-43FC-929C-810F846922A6}" type="slidenum">
              <a:rPr lang="en-GB" sz="3600" b="0" u="none" strike="noStrike">
                <a:solidFill>
                  <a:schemeClr val="dk2">
                    <a:lumMod val="60000"/>
                    <a:lumOff val="40000"/>
                  </a:schemeClr>
                </a:solidFill>
                <a:effectLst/>
                <a:uFillTx/>
                <a:latin typeface="Century Schoolbook"/>
              </a:rPr>
              <a:t>&lt;number&gt;</a:t>
            </a:fld>
            <a:endParaRPr lang="en-US" sz="3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6"/>
          <p:cNvSpPr/>
          <p:nvPr/>
        </p:nvSpPr>
        <p:spPr>
          <a:xfrm>
            <a:off x="11292840" y="0"/>
            <a:ext cx="914040" cy="685764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1"/>
          <p:cNvSpPr>
            <a:spLocks noGrp="1"/>
          </p:cNvSpPr>
          <p:nvPr>
            <p:ph type="dt" idx="25"/>
          </p:nvPr>
        </p:nvSpPr>
        <p:spPr>
          <a:xfrm rot="16200000">
            <a:off x="10797480" y="999000"/>
            <a:ext cx="1904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GB" sz="1050" b="0" u="none" strike="noStrike">
                <a:solidFill>
                  <a:schemeClr val="dk2">
                    <a:lumMod val="20000"/>
                    <a:lumOff val="80000"/>
                  </a:schemeClr>
                </a:solidFill>
                <a:effectLst/>
                <a:uFillTx/>
                <a:latin typeface="Century Schoolbook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GB" sz="1050" b="0" u="none" strike="noStrike">
                <a:solidFill>
                  <a:schemeClr val="dk2">
                    <a:lumMod val="20000"/>
                    <a:lumOff val="80000"/>
                  </a:schemeClr>
                </a:solidFill>
                <a:effectLst/>
                <a:uFillTx/>
                <a:latin typeface="Century Schoolbook"/>
              </a:rPr>
              <a:t>&lt;date/time&gt;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ftr" idx="26"/>
          </p:nvPr>
        </p:nvSpPr>
        <p:spPr>
          <a:xfrm rot="16200000">
            <a:off x="9959400" y="4047120"/>
            <a:ext cx="3580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sldNum" idx="27"/>
          </p:nvPr>
        </p:nvSpPr>
        <p:spPr>
          <a:xfrm>
            <a:off x="11292840" y="6172200"/>
            <a:ext cx="914040" cy="59328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GB" sz="3600" b="0" u="none" strike="noStrike">
                <a:solidFill>
                  <a:schemeClr val="dk2">
                    <a:lumMod val="60000"/>
                    <a:lumOff val="40000"/>
                  </a:schemeClr>
                </a:solidFill>
                <a:effectLst/>
                <a:uFillTx/>
                <a:latin typeface="Century Schoolbook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41680FC8-025F-4D56-ADED-DA54B8565189}" type="slidenum">
              <a:rPr lang="en-GB" sz="3600" b="0" u="none" strike="noStrike">
                <a:solidFill>
                  <a:schemeClr val="dk2">
                    <a:lumMod val="60000"/>
                    <a:lumOff val="40000"/>
                  </a:schemeClr>
                </a:solidFill>
                <a:effectLst/>
                <a:uFillTx/>
                <a:latin typeface="Century Schoolbook"/>
              </a:rPr>
              <a:t>&lt;number&gt;</a:t>
            </a:fld>
            <a:endParaRPr lang="en-US" sz="3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6"/>
          <p:cNvSpPr/>
          <p:nvPr/>
        </p:nvSpPr>
        <p:spPr>
          <a:xfrm>
            <a:off x="11292840" y="0"/>
            <a:ext cx="914040" cy="685764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41320" y="457200"/>
            <a:ext cx="320004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3200" b="0" u="none" spc="-51" strike="noStrike">
                <a:solidFill>
                  <a:schemeClr val="dk1"/>
                </a:solidFill>
                <a:effectLst/>
                <a:uFillTx/>
                <a:latin typeface="Century Schoolbook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entury Schoolbook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4504320" y="685800"/>
            <a:ext cx="607860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82880" indent="-182880" defTabSz="914400">
              <a:lnSpc>
                <a:spcPct val="95000"/>
              </a:lnSpc>
              <a:spcBef>
                <a:spcPts val="1400"/>
              </a:spcBef>
              <a:spcAft>
                <a:spcPts val="201"/>
              </a:spcAft>
              <a:buClr>
                <a:srgbClr val="6f6f74"/>
              </a:buClr>
              <a:buSzPct val="80000"/>
              <a:buFont typeface="Arial"/>
              <a:buChar char="•"/>
            </a:pPr>
            <a:r>
              <a:rPr lang="en-US" sz="2000" b="0" u="none" spc="11" strike="noStrike">
                <a:solidFill>
                  <a:schemeClr val="dk1"/>
                </a:solidFill>
                <a:effectLst/>
                <a:uFillTx/>
                <a:latin typeface="Century Schoolbook"/>
              </a:rPr>
              <a:t>Click to edit Master text styles</a:t>
            </a:r>
            <a:endParaRPr lang="en-US" sz="2000" b="0" u="none" spc="11" strike="noStrike">
              <a:solidFill>
                <a:schemeClr val="dk1"/>
              </a:solidFill>
              <a:effectLst/>
              <a:uFillTx/>
              <a:latin typeface="Century Schoolbook"/>
            </a:endParaRPr>
          </a:p>
          <a:p>
            <a:pPr marL="457200" lvl="1" indent="-182880" defTabSz="9144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rgbClr val="6f6f74"/>
              </a:buClr>
              <a:buFont typeface="Wingdings 2" charset="2"/>
              <a:buChar char=""/>
            </a:pP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Schoolbook"/>
              </a:rPr>
              <a:t>Second level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Schoolbook"/>
            </a:endParaRPr>
          </a:p>
          <a:p>
            <a:pPr marL="731520" lvl="2" indent="-182880" defTabSz="9144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rgbClr val="6f6f74"/>
              </a:buClr>
              <a:buFont typeface="Wingdings 2" charset="2"/>
              <a:buChar char=""/>
            </a:pP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Schoolbook"/>
              </a:rPr>
              <a:t>Third level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Schoolbook"/>
            </a:endParaRPr>
          </a:p>
          <a:p>
            <a:pPr marL="1005840" lvl="3" indent="-182880" defTabSz="9144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rgbClr val="6f6f74"/>
              </a:buClr>
              <a:buFont typeface="Wingdings 2" charset="2"/>
              <a:buChar char=""/>
            </a:pP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Schoolbook"/>
              </a:rPr>
              <a:t>Fourth level</a:t>
            </a:r>
            <a:endParaRPr lang="en-US" sz="1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Schoolbook"/>
            </a:endParaRPr>
          </a:p>
          <a:p>
            <a:pPr marL="1280160" lvl="4" indent="-182880" defTabSz="9144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rgbClr val="6f6f74"/>
              </a:buClr>
              <a:buFont typeface="Wingdings 2" charset="2"/>
              <a:buChar char=""/>
            </a:pP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Schoolbook"/>
              </a:rPr>
              <a:t>Fifth level</a:t>
            </a:r>
            <a:endParaRPr lang="en-US" sz="1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Schoolbook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841320" y="2099880"/>
            <a:ext cx="3200040" cy="380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14000"/>
              </a:lnSpc>
              <a:spcBef>
                <a:spcPts val="7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lang="en-US" sz="1300" b="0" u="none" spc="11" strike="noStrike">
                <a:solidFill>
                  <a:schemeClr val="dk1"/>
                </a:solidFill>
                <a:effectLst/>
                <a:uFillTx/>
                <a:latin typeface="Century Schoolbook"/>
              </a:rPr>
              <a:t>Click to edit Master text styles</a:t>
            </a:r>
            <a:endParaRPr lang="en-US" sz="1300" b="0" u="none" spc="11" strike="noStrike">
              <a:solidFill>
                <a:schemeClr val="dk1"/>
              </a:solidFill>
              <a:effectLst/>
              <a:uFillTx/>
              <a:latin typeface="Century Schoolbook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28"/>
          </p:nvPr>
        </p:nvSpPr>
        <p:spPr>
          <a:xfrm rot="16200000">
            <a:off x="10797480" y="999000"/>
            <a:ext cx="1904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GB" sz="1050" b="0" u="none" strike="noStrike">
                <a:solidFill>
                  <a:schemeClr val="dk2">
                    <a:lumMod val="20000"/>
                    <a:lumOff val="80000"/>
                  </a:schemeClr>
                </a:solidFill>
                <a:effectLst/>
                <a:uFillTx/>
                <a:latin typeface="Century Schoolbook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GB" sz="1050" b="0" u="none" strike="noStrike">
                <a:solidFill>
                  <a:schemeClr val="dk2">
                    <a:lumMod val="20000"/>
                    <a:lumOff val="80000"/>
                  </a:schemeClr>
                </a:solidFill>
                <a:effectLst/>
                <a:uFillTx/>
                <a:latin typeface="Century Schoolbook"/>
              </a:rPr>
              <a:t>&lt;date/time&gt;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29"/>
          </p:nvPr>
        </p:nvSpPr>
        <p:spPr>
          <a:xfrm rot="16200000">
            <a:off x="9959400" y="4047120"/>
            <a:ext cx="3580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0"/>
          </p:nvPr>
        </p:nvSpPr>
        <p:spPr>
          <a:xfrm>
            <a:off x="11292840" y="6172200"/>
            <a:ext cx="914040" cy="59328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GB" sz="3600" b="0" u="none" strike="noStrike">
                <a:solidFill>
                  <a:schemeClr val="dk2">
                    <a:lumMod val="60000"/>
                    <a:lumOff val="40000"/>
                  </a:schemeClr>
                </a:solidFill>
                <a:effectLst/>
                <a:uFillTx/>
                <a:latin typeface="Century Schoolbook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2718BE14-BCE1-4225-8446-CF1516258F9B}" type="slidenum">
              <a:rPr lang="en-GB" sz="3600" b="0" u="none" strike="noStrike">
                <a:solidFill>
                  <a:schemeClr val="dk2">
                    <a:lumMod val="60000"/>
                    <a:lumOff val="40000"/>
                  </a:schemeClr>
                </a:solidFill>
                <a:effectLst/>
                <a:uFillTx/>
                <a:latin typeface="Century Schoolbook"/>
              </a:rPr>
              <a:t>&lt;number&gt;</a:t>
            </a:fld>
            <a:endParaRPr lang="en-US" sz="3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6"/>
          <p:cNvSpPr/>
          <p:nvPr/>
        </p:nvSpPr>
        <p:spPr>
          <a:xfrm>
            <a:off x="11292840" y="0"/>
            <a:ext cx="914040" cy="685764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Rectangle 7"/>
          <p:cNvSpPr/>
          <p:nvPr/>
        </p:nvSpPr>
        <p:spPr>
          <a:xfrm>
            <a:off x="0" y="5105520"/>
            <a:ext cx="11292480" cy="17521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1720" cy="914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2800" b="0" u="none" spc="-51" strike="noStrike">
                <a:solidFill>
                  <a:schemeClr val="lt1"/>
                </a:solidFill>
                <a:effectLst/>
                <a:uFillTx/>
                <a:latin typeface="Century Schoolbook"/>
              </a:rPr>
              <a:t>Click to edit Master title style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entury Schoolbook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11292480" cy="512856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200" b="0" u="none" strike="noStrike">
                <a:solidFill>
                  <a:schemeClr val="lt1"/>
                </a:solidFill>
                <a:effectLst/>
                <a:uFillTx/>
                <a:latin typeface="Century Schoolbook"/>
              </a:rPr>
              <a:t>Click icon to add picture</a:t>
            </a:r>
            <a:endParaRPr lang="en-US" sz="3200" b="0" u="none" spc="11" strike="noStrike">
              <a:solidFill>
                <a:schemeClr val="dk1"/>
              </a:solidFill>
              <a:effectLst/>
              <a:uFillTx/>
              <a:latin typeface="Century Schoolbook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914400" y="6108480"/>
            <a:ext cx="9981720" cy="596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spcBef>
                <a:spcPts val="7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lang="en-US" sz="1300" b="0" u="none" spc="11" strike="noStrike">
                <a:solidFill>
                  <a:schemeClr val="lt1">
                    <a:lumMod val="85000"/>
                  </a:schemeClr>
                </a:solidFill>
                <a:effectLst/>
                <a:uFillTx/>
                <a:latin typeface="Century Schoolbook"/>
              </a:rPr>
              <a:t>Click to edit Master text styles</a:t>
            </a:r>
            <a:endParaRPr lang="en-US" sz="1300" b="0" u="none" spc="11" strike="noStrike">
              <a:solidFill>
                <a:schemeClr val="dk1"/>
              </a:solidFill>
              <a:effectLst/>
              <a:uFillTx/>
              <a:latin typeface="Century Schoolbook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dt" idx="31"/>
          </p:nvPr>
        </p:nvSpPr>
        <p:spPr>
          <a:xfrm rot="16200000">
            <a:off x="10797480" y="999000"/>
            <a:ext cx="1904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GB" sz="1050" b="0" u="none" strike="noStrike">
                <a:solidFill>
                  <a:schemeClr val="dk2">
                    <a:lumMod val="20000"/>
                    <a:lumOff val="80000"/>
                  </a:schemeClr>
                </a:solidFill>
                <a:effectLst/>
                <a:uFillTx/>
                <a:latin typeface="Century Schoolbook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GB" sz="1050" b="0" u="none" strike="noStrike">
                <a:solidFill>
                  <a:schemeClr val="dk2">
                    <a:lumMod val="20000"/>
                    <a:lumOff val="80000"/>
                  </a:schemeClr>
                </a:solidFill>
                <a:effectLst/>
                <a:uFillTx/>
                <a:latin typeface="Century Schoolbook"/>
              </a:rPr>
              <a:t>&lt;date/time&gt;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PlaceHolder 5"/>
          <p:cNvSpPr>
            <a:spLocks noGrp="1"/>
          </p:cNvSpPr>
          <p:nvPr>
            <p:ph type="ftr" idx="32"/>
          </p:nvPr>
        </p:nvSpPr>
        <p:spPr>
          <a:xfrm rot="16200000">
            <a:off x="9959400" y="4047120"/>
            <a:ext cx="3580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PlaceHolder 6"/>
          <p:cNvSpPr>
            <a:spLocks noGrp="1"/>
          </p:cNvSpPr>
          <p:nvPr>
            <p:ph type="sldNum" idx="33"/>
          </p:nvPr>
        </p:nvSpPr>
        <p:spPr>
          <a:xfrm>
            <a:off x="11292840" y="6172200"/>
            <a:ext cx="914040" cy="59328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GB" sz="3600" b="0" u="none" strike="noStrike">
                <a:solidFill>
                  <a:schemeClr val="dk2">
                    <a:lumMod val="60000"/>
                    <a:lumOff val="40000"/>
                  </a:schemeClr>
                </a:solidFill>
                <a:effectLst/>
                <a:uFillTx/>
                <a:latin typeface="Century Schoolbook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5E32091D-D490-4CD0-8CA7-3D811F6DF16A}" type="slidenum">
              <a:rPr lang="en-GB" sz="3600" b="0" u="none" strike="noStrike">
                <a:solidFill>
                  <a:schemeClr val="dk2">
                    <a:lumMod val="60000"/>
                    <a:lumOff val="40000"/>
                  </a:schemeClr>
                </a:solidFill>
                <a:effectLst/>
                <a:uFillTx/>
                <a:latin typeface="Century Schoolbook"/>
              </a:rPr>
              <a:t>&lt;number&gt;</a:t>
            </a:fld>
            <a:endParaRPr lang="en-US" sz="3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1261800" y="758880"/>
            <a:ext cx="9417960" cy="404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lang="sr-Latn-RS" sz="7200" b="0" u="none" spc="-51" strike="noStrike">
                <a:solidFill>
                  <a:schemeClr val="lt1"/>
                </a:solidFill>
                <a:effectLst/>
                <a:uFillTx/>
                <a:latin typeface="Arial"/>
              </a:rPr>
              <a:t>LAD-3</a:t>
            </a:r>
            <a:br>
              <a:rPr sz="7200"/>
            </a:br>
            <a:r>
              <a:rPr lang="sr-Latn-RS" sz="4400" b="0" u="none" spc="-51" strike="noStrike">
                <a:solidFill>
                  <a:schemeClr val="lt1"/>
                </a:solidFill>
                <a:effectLst/>
                <a:uFillTx/>
                <a:latin typeface="Arial"/>
              </a:rPr>
              <a:t>Unapređenje verzije Moodle LMS-a</a:t>
            </a:r>
            <a:br>
              <a:rPr sz="4400"/>
            </a:br>
            <a:r>
              <a:rPr lang="sr-Latn-RS" sz="3200" b="0" u="none" spc="-51" strike="noStrike">
                <a:solidFill>
                  <a:schemeClr val="dk2">
                    <a:lumMod val="40000"/>
                    <a:lumOff val="60000"/>
                  </a:schemeClr>
                </a:solidFill>
                <a:effectLst/>
                <a:uFillTx/>
                <a:latin typeface="Arial"/>
              </a:rPr>
              <a:t>Tehnologije za podršku učenju</a:t>
            </a:r>
            <a:br>
              <a:rPr sz="3200"/>
            </a:br>
            <a:r>
              <a:rPr lang="sr-Latn-RS" sz="3200" b="0" u="none" spc="-51" strike="noStrike">
                <a:solidFill>
                  <a:schemeClr val="dk2">
                    <a:lumMod val="40000"/>
                    <a:lumOff val="60000"/>
                  </a:schemeClr>
                </a:solidFill>
                <a:effectLst/>
                <a:uFillTx/>
                <a:latin typeface="Arial"/>
              </a:rPr>
              <a:t>Elektronski fakultet, Niš, 2025/26</a:t>
            </a:r>
            <a:endParaRPr lang="en-US" sz="3200" b="0" u="none" strike="noStrike">
              <a:solidFill>
                <a:schemeClr val="lt1"/>
              </a:solidFill>
              <a:effectLst/>
              <a:uFillTx/>
              <a:latin typeface="Century Schoolbook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subTitle"/>
          </p:nvPr>
        </p:nvSpPr>
        <p:spPr>
          <a:xfrm>
            <a:off x="1261800" y="5368320"/>
            <a:ext cx="9417960" cy="112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r" defTabSz="914400">
              <a:lnSpc>
                <a:spcPct val="95000"/>
              </a:lnSpc>
              <a:buNone/>
              <a:tabLst>
                <a:tab algn="l" pos="0"/>
              </a:tabLst>
            </a:pPr>
            <a:r>
              <a:rPr lang="sr-Latn-RS" sz="2200" b="0" u="none" spc="11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Arial"/>
              </a:rPr>
              <a:t>Ristić Nikola 19345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r" defTabSz="914400">
              <a:lnSpc>
                <a:spcPct val="95000"/>
              </a:lnSpc>
              <a:buNone/>
              <a:tabLst>
                <a:tab algn="l" pos="0"/>
              </a:tabLst>
            </a:pPr>
            <a:r>
              <a:rPr lang="sr-Latn-RS" sz="2200" b="0" u="none" spc="11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Arial"/>
              </a:rPr>
              <a:t>Ristovski Nikola 19347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1261800" y="365760"/>
            <a:ext cx="969228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sr-Latn-RS" sz="4400" b="0" u="none" spc="-51" strike="noStrike">
                <a:solidFill>
                  <a:schemeClr val="dk1"/>
                </a:solidFill>
                <a:effectLst/>
                <a:uFillTx/>
                <a:latin typeface="Arial"/>
              </a:rPr>
              <a:t>Uvod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entury Schoolbook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1261800" y="1828800"/>
            <a:ext cx="859500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9999"/>
          </a:bodyPr>
          <a:p>
            <a:pPr marL="182880" indent="-182880" defTabSz="914400">
              <a:lnSpc>
                <a:spcPct val="95000"/>
              </a:lnSpc>
              <a:spcBef>
                <a:spcPts val="1400"/>
              </a:spcBef>
              <a:spcAft>
                <a:spcPts val="201"/>
              </a:spcAft>
              <a:buClr>
                <a:srgbClr val="6f6f74"/>
              </a:buClr>
              <a:buSzPct val="80000"/>
              <a:buFont typeface="Arial"/>
              <a:buChar char="•"/>
            </a:pPr>
            <a:r>
              <a:rPr lang="sr-Latn-RS" sz="2400" b="0" u="none" spc="11" strike="noStrike">
                <a:solidFill>
                  <a:schemeClr val="dk1"/>
                </a:solidFill>
                <a:effectLst/>
                <a:uFillTx/>
                <a:latin typeface="Arial"/>
              </a:rPr>
              <a:t>Analiza procesa unapređenja Moodle LMS-a</a:t>
            </a:r>
            <a:endParaRPr lang="en-US" sz="2400" b="0" u="none" spc="11" strike="noStrike">
              <a:solidFill>
                <a:schemeClr val="dk1"/>
              </a:solidFill>
              <a:effectLst/>
              <a:uFillTx/>
              <a:latin typeface="Century Schoolbook"/>
            </a:endParaRPr>
          </a:p>
          <a:p>
            <a:pPr marL="182880" indent="-182880" defTabSz="914400">
              <a:lnSpc>
                <a:spcPct val="95000"/>
              </a:lnSpc>
              <a:spcBef>
                <a:spcPts val="1400"/>
              </a:spcBef>
              <a:spcAft>
                <a:spcPts val="201"/>
              </a:spcAft>
              <a:buClr>
                <a:srgbClr val="6f6f74"/>
              </a:buClr>
              <a:buSzPct val="80000"/>
              <a:buFont typeface="Arial"/>
              <a:buChar char="•"/>
            </a:pPr>
            <a:r>
              <a:rPr lang="sr-Latn-RS" sz="2400" b="0" u="none" spc="11" strike="noStrike">
                <a:solidFill>
                  <a:schemeClr val="dk1"/>
                </a:solidFill>
                <a:effectLst/>
                <a:uFillTx/>
                <a:latin typeface="Arial"/>
              </a:rPr>
              <a:t>Opis samog sistema, razlog za unapređenje</a:t>
            </a:r>
            <a:endParaRPr lang="en-US" sz="2400" b="0" u="none" spc="11" strike="noStrike">
              <a:solidFill>
                <a:schemeClr val="dk1"/>
              </a:solidFill>
              <a:effectLst/>
              <a:uFillTx/>
              <a:latin typeface="Century Schoolbook"/>
            </a:endParaRPr>
          </a:p>
          <a:p>
            <a:pPr marL="182880" indent="-182880" defTabSz="914400">
              <a:lnSpc>
                <a:spcPct val="95000"/>
              </a:lnSpc>
              <a:spcBef>
                <a:spcPts val="1400"/>
              </a:spcBef>
              <a:spcAft>
                <a:spcPts val="201"/>
              </a:spcAft>
              <a:buClr>
                <a:srgbClr val="6f6f74"/>
              </a:buClr>
              <a:buSzPct val="80000"/>
              <a:buFont typeface="Arial"/>
              <a:buChar char="•"/>
            </a:pPr>
            <a:r>
              <a:rPr lang="sr-Latn-RS" sz="2400" b="0" u="none" spc="11" strike="noStrike">
                <a:solidFill>
                  <a:schemeClr val="dk1"/>
                </a:solidFill>
                <a:effectLst/>
                <a:uFillTx/>
                <a:latin typeface="Arial"/>
              </a:rPr>
              <a:t>Mogući pravci realizacije unapređenja</a:t>
            </a:r>
            <a:endParaRPr lang="en-US" sz="2400" b="0" u="none" spc="11" strike="noStrike">
              <a:solidFill>
                <a:schemeClr val="dk1"/>
              </a:solidFill>
              <a:effectLst/>
              <a:uFillTx/>
              <a:latin typeface="Century Schoolbook"/>
            </a:endParaRPr>
          </a:p>
          <a:p>
            <a:pPr marL="182880" indent="-182880" defTabSz="914400">
              <a:lnSpc>
                <a:spcPct val="95000"/>
              </a:lnSpc>
              <a:spcBef>
                <a:spcPts val="1400"/>
              </a:spcBef>
              <a:spcAft>
                <a:spcPts val="201"/>
              </a:spcAft>
              <a:buClr>
                <a:srgbClr val="6f6f74"/>
              </a:buClr>
              <a:buSzPct val="80000"/>
              <a:buFont typeface="Arial"/>
              <a:buChar char="•"/>
            </a:pPr>
            <a:r>
              <a:rPr lang="sr-Latn-RS" sz="2400" b="0" u="none" spc="11" strike="noStrike">
                <a:solidFill>
                  <a:schemeClr val="dk1"/>
                </a:solidFill>
                <a:effectLst/>
                <a:uFillTx/>
                <a:latin typeface="Arial"/>
              </a:rPr>
              <a:t>Politike upravljanja podacima</a:t>
            </a:r>
            <a:endParaRPr lang="en-US" sz="2400" b="0" u="none" spc="11" strike="noStrike">
              <a:solidFill>
                <a:schemeClr val="dk1"/>
              </a:solidFill>
              <a:effectLst/>
              <a:uFillTx/>
              <a:latin typeface="Century Schoolbook"/>
            </a:endParaRPr>
          </a:p>
          <a:p>
            <a:pPr marL="182880" indent="-182880" defTabSz="914400">
              <a:lnSpc>
                <a:spcPct val="95000"/>
              </a:lnSpc>
              <a:spcBef>
                <a:spcPts val="1400"/>
              </a:spcBef>
              <a:spcAft>
                <a:spcPts val="201"/>
              </a:spcAft>
              <a:buClr>
                <a:srgbClr val="6f6f74"/>
              </a:buClr>
              <a:buSzPct val="80000"/>
              <a:buFont typeface="Arial"/>
              <a:buChar char="•"/>
            </a:pPr>
            <a:r>
              <a:rPr lang="sr-Latn-RS" sz="2400" b="0" u="none" spc="11" strike="noStrike">
                <a:solidFill>
                  <a:schemeClr val="dk1"/>
                </a:solidFill>
                <a:effectLst/>
                <a:uFillTx/>
                <a:latin typeface="Arial"/>
              </a:rPr>
              <a:t>Rešenje na konceptualnom nivou</a:t>
            </a:r>
            <a:endParaRPr lang="en-US" sz="2400" b="0" u="none" spc="11" strike="noStrike">
              <a:solidFill>
                <a:schemeClr val="dk1"/>
              </a:solidFill>
              <a:effectLst/>
              <a:uFillTx/>
              <a:latin typeface="Century Schoolbook"/>
            </a:endParaRPr>
          </a:p>
          <a:p>
            <a:pPr marL="182880" indent="-182880" defTabSz="914400">
              <a:lnSpc>
                <a:spcPct val="95000"/>
              </a:lnSpc>
              <a:spcBef>
                <a:spcPts val="1400"/>
              </a:spcBef>
              <a:spcAft>
                <a:spcPts val="201"/>
              </a:spcAft>
              <a:buClr>
                <a:srgbClr val="6f6f74"/>
              </a:buClr>
              <a:buSzPct val="80000"/>
              <a:buFont typeface="Arial"/>
              <a:buChar char="•"/>
            </a:pPr>
            <a:r>
              <a:rPr lang="sr-Latn-RS" sz="2400" b="0" u="none" spc="11" strike="noStrike">
                <a:solidFill>
                  <a:schemeClr val="dk1"/>
                </a:solidFill>
                <a:effectLst/>
                <a:uFillTx/>
                <a:latin typeface="Arial"/>
              </a:rPr>
              <a:t>Rezultati sastanka sa šefom katedre</a:t>
            </a:r>
            <a:endParaRPr lang="en-US" sz="2400" b="0" u="none" spc="11" strike="noStrike">
              <a:solidFill>
                <a:schemeClr val="dk1"/>
              </a:solidFill>
              <a:effectLst/>
              <a:uFillTx/>
              <a:latin typeface="Century Schoolbook"/>
            </a:endParaRPr>
          </a:p>
          <a:p>
            <a:pPr marL="182880" indent="-182880" defTabSz="914400">
              <a:lnSpc>
                <a:spcPct val="95000"/>
              </a:lnSpc>
              <a:spcBef>
                <a:spcPts val="1400"/>
              </a:spcBef>
              <a:spcAft>
                <a:spcPts val="201"/>
              </a:spcAft>
              <a:buClr>
                <a:srgbClr val="6f6f74"/>
              </a:buClr>
              <a:buSzPct val="80000"/>
              <a:buFont typeface="Arial"/>
              <a:buChar char="•"/>
            </a:pPr>
            <a:r>
              <a:rPr lang="sr-Latn-RS" sz="2400" b="0" u="none" spc="11" strike="noStrike">
                <a:solidFill>
                  <a:schemeClr val="dk1"/>
                </a:solidFill>
                <a:effectLst/>
                <a:uFillTx/>
                <a:latin typeface="Arial"/>
              </a:rPr>
              <a:t>Metodologija</a:t>
            </a:r>
            <a:endParaRPr lang="en-US" sz="2400" b="0" u="none" spc="11" strike="noStrike">
              <a:solidFill>
                <a:schemeClr val="dk1"/>
              </a:solidFill>
              <a:effectLst/>
              <a:uFillTx/>
              <a:latin typeface="Century Schoolbook"/>
            </a:endParaRPr>
          </a:p>
          <a:p>
            <a:pPr marL="182880" indent="-182880" defTabSz="914400">
              <a:lnSpc>
                <a:spcPct val="95000"/>
              </a:lnSpc>
              <a:spcBef>
                <a:spcPts val="1400"/>
              </a:spcBef>
              <a:spcAft>
                <a:spcPts val="201"/>
              </a:spcAft>
              <a:buClr>
                <a:srgbClr val="6f6f74"/>
              </a:buClr>
              <a:buSzPct val="80000"/>
              <a:buFont typeface="Arial"/>
              <a:buChar char="•"/>
            </a:pPr>
            <a:r>
              <a:rPr lang="sr-Latn-RS" sz="2400" b="0" u="none" spc="11" strike="noStrike">
                <a:solidFill>
                  <a:schemeClr val="dk1"/>
                </a:solidFill>
                <a:effectLst/>
                <a:uFillTx/>
                <a:latin typeface="Arial"/>
              </a:rPr>
              <a:t>Dalji koraci</a:t>
            </a:r>
            <a:endParaRPr lang="en-US" sz="2400" b="0" u="none" spc="11" strike="noStrike">
              <a:solidFill>
                <a:schemeClr val="dk1"/>
              </a:solidFill>
              <a:effectLst/>
              <a:uFillTx/>
              <a:latin typeface="Century Schoolbook"/>
            </a:endParaRPr>
          </a:p>
          <a:p>
            <a:pPr marL="182880" indent="-182880" defTabSz="914400">
              <a:lnSpc>
                <a:spcPct val="95000"/>
              </a:lnSpc>
              <a:spcBef>
                <a:spcPts val="1400"/>
              </a:spcBef>
              <a:spcAft>
                <a:spcPts val="201"/>
              </a:spcAft>
              <a:buClr>
                <a:srgbClr val="6f6f74"/>
              </a:buClr>
              <a:buSzPct val="80000"/>
              <a:buFont typeface="Arial"/>
              <a:buChar char="•"/>
            </a:pPr>
            <a:r>
              <a:rPr lang="sr-Latn-RS" sz="2400" b="0" u="none" spc="11" strike="noStrike">
                <a:solidFill>
                  <a:schemeClr val="dk1"/>
                </a:solidFill>
                <a:effectLst/>
                <a:uFillTx/>
                <a:latin typeface="Arial"/>
              </a:rPr>
              <a:t>Zaključak</a:t>
            </a:r>
            <a:endParaRPr lang="en-US" sz="2400" b="0" u="none" spc="11" strike="noStrike">
              <a:solidFill>
                <a:schemeClr val="dk1"/>
              </a:solidFill>
              <a:effectLst/>
              <a:uFillTx/>
              <a:latin typeface="Century Schoolbook"/>
            </a:endParaRPr>
          </a:p>
          <a:p>
            <a:pPr indent="0" defTabSz="914400">
              <a:lnSpc>
                <a:spcPct val="95000"/>
              </a:lnSpc>
              <a:spcBef>
                <a:spcPts val="1400"/>
              </a:spcBef>
              <a:spcAft>
                <a:spcPts val="201"/>
              </a:spcAft>
              <a:buNone/>
            </a:pPr>
            <a:endParaRPr lang="en-US" sz="2400" b="0" u="none" spc="11" strike="noStrike">
              <a:solidFill>
                <a:schemeClr val="dk1"/>
              </a:solidFill>
              <a:effectLst/>
              <a:uFillTx/>
              <a:latin typeface="Century Schoolboo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1261800" y="365760"/>
            <a:ext cx="969228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sr-Latn-RS" sz="4400" b="0" u="none" spc="-51" strike="noStrike">
                <a:solidFill>
                  <a:schemeClr val="dk1"/>
                </a:solidFill>
                <a:effectLst/>
                <a:uFillTx/>
                <a:latin typeface="Arial"/>
              </a:rPr>
              <a:t>Šta je to Moodle LMS?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entury Schoolbook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1261800" y="1828800"/>
            <a:ext cx="859500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182880" indent="-182880" defTabSz="914400">
              <a:lnSpc>
                <a:spcPct val="95000"/>
              </a:lnSpc>
              <a:spcBef>
                <a:spcPts val="1400"/>
              </a:spcBef>
              <a:spcAft>
                <a:spcPts val="201"/>
              </a:spcAft>
              <a:buClr>
                <a:srgbClr val="6f6f74"/>
              </a:buClr>
              <a:buSzPct val="80000"/>
              <a:buFont typeface="Arial"/>
              <a:buChar char="•"/>
            </a:pPr>
            <a:r>
              <a:rPr lang="sr-Latn-RS" sz="2400" b="0" u="none" spc="11" strike="noStrike">
                <a:solidFill>
                  <a:schemeClr val="dk1"/>
                </a:solidFill>
                <a:effectLst/>
                <a:uFillTx/>
                <a:latin typeface="Arial"/>
              </a:rPr>
              <a:t>Sistem za upravljanje učenjem</a:t>
            </a:r>
            <a:endParaRPr lang="en-US" sz="2400" b="0" u="none" spc="11" strike="noStrike">
              <a:solidFill>
                <a:schemeClr val="dk1"/>
              </a:solidFill>
              <a:effectLst/>
              <a:uFillTx/>
              <a:latin typeface="Century Schoolbook"/>
            </a:endParaRPr>
          </a:p>
          <a:p>
            <a:pPr marL="182880" indent="-182880" defTabSz="914400">
              <a:lnSpc>
                <a:spcPct val="95000"/>
              </a:lnSpc>
              <a:spcBef>
                <a:spcPts val="1400"/>
              </a:spcBef>
              <a:spcAft>
                <a:spcPts val="201"/>
              </a:spcAft>
              <a:buClr>
                <a:srgbClr val="6f6f74"/>
              </a:buClr>
              <a:buSzPct val="80000"/>
              <a:buFont typeface="Arial"/>
              <a:buChar char="•"/>
            </a:pPr>
            <a:r>
              <a:rPr lang="sr-Latn-RS" sz="2400" b="0" u="none" spc="11" strike="noStrike">
                <a:solidFill>
                  <a:schemeClr val="dk1"/>
                </a:solidFill>
                <a:effectLst/>
                <a:uFillTx/>
                <a:latin typeface="Arial"/>
              </a:rPr>
              <a:t>Kursevi, korisnici, aktivnosti …</a:t>
            </a:r>
            <a:endParaRPr lang="en-US" sz="2400" b="0" u="none" spc="11" strike="noStrike">
              <a:solidFill>
                <a:schemeClr val="dk1"/>
              </a:solidFill>
              <a:effectLst/>
              <a:uFillTx/>
              <a:latin typeface="Century Schoolbook"/>
            </a:endParaRPr>
          </a:p>
          <a:p>
            <a:pPr marL="182880" indent="-182880" defTabSz="914400">
              <a:lnSpc>
                <a:spcPct val="95000"/>
              </a:lnSpc>
              <a:spcBef>
                <a:spcPts val="1400"/>
              </a:spcBef>
              <a:spcAft>
                <a:spcPts val="201"/>
              </a:spcAft>
              <a:buClr>
                <a:srgbClr val="6f6f74"/>
              </a:buClr>
              <a:buSzPct val="80000"/>
              <a:buFont typeface="Arial"/>
              <a:buChar char="•"/>
            </a:pPr>
            <a:r>
              <a:rPr lang="sr-Latn-RS" sz="2400" b="0" u="none" spc="11" strike="noStrike">
                <a:solidFill>
                  <a:schemeClr val="dk1"/>
                </a:solidFill>
                <a:effectLst/>
                <a:uFillTx/>
                <a:latin typeface="Arial"/>
              </a:rPr>
              <a:t>Web sajt ili mobilna aplikacija</a:t>
            </a:r>
            <a:endParaRPr lang="en-US" sz="2400" b="0" u="none" spc="11" strike="noStrike">
              <a:solidFill>
                <a:schemeClr val="dk1"/>
              </a:solidFill>
              <a:effectLst/>
              <a:uFillTx/>
              <a:latin typeface="Century Schoolbook"/>
            </a:endParaRPr>
          </a:p>
          <a:p>
            <a:pPr marL="182880" indent="-182880" defTabSz="914400">
              <a:lnSpc>
                <a:spcPct val="95000"/>
              </a:lnSpc>
              <a:spcBef>
                <a:spcPts val="1400"/>
              </a:spcBef>
              <a:spcAft>
                <a:spcPts val="201"/>
              </a:spcAft>
              <a:buClr>
                <a:srgbClr val="6f6f74"/>
              </a:buClr>
              <a:buSzPct val="80000"/>
              <a:buFont typeface="Arial"/>
              <a:buChar char="•"/>
            </a:pPr>
            <a:r>
              <a:rPr lang="sr-Latn-RS" sz="2400" b="0" u="none" spc="11" strike="noStrike">
                <a:solidFill>
                  <a:schemeClr val="dk1"/>
                </a:solidFill>
                <a:effectLst/>
                <a:uFillTx/>
                <a:latin typeface="Arial"/>
              </a:rPr>
              <a:t>Mnogi dodaci (plugin-ovi)</a:t>
            </a:r>
            <a:endParaRPr lang="en-US" sz="2400" b="0" u="none" spc="11" strike="noStrike">
              <a:solidFill>
                <a:schemeClr val="dk1"/>
              </a:solidFill>
              <a:effectLst/>
              <a:uFillTx/>
              <a:latin typeface="Century Schoolbook"/>
            </a:endParaRPr>
          </a:p>
          <a:p>
            <a:pPr marL="182880" indent="-182880" defTabSz="914400">
              <a:lnSpc>
                <a:spcPct val="95000"/>
              </a:lnSpc>
              <a:spcBef>
                <a:spcPts val="1400"/>
              </a:spcBef>
              <a:spcAft>
                <a:spcPts val="201"/>
              </a:spcAft>
              <a:buClr>
                <a:srgbClr val="6f6f74"/>
              </a:buClr>
              <a:buSzPct val="80000"/>
              <a:buFont typeface="Arial"/>
              <a:buChar char="•"/>
            </a:pPr>
            <a:r>
              <a:rPr lang="sr-Latn-RS" sz="2400" b="0" u="none" spc="11" strike="noStrike">
                <a:solidFill>
                  <a:schemeClr val="dk1"/>
                </a:solidFill>
                <a:effectLst/>
                <a:uFillTx/>
                <a:latin typeface="Arial"/>
              </a:rPr>
              <a:t>Naš „cs“ služi se moodle sistemom</a:t>
            </a:r>
            <a:endParaRPr lang="en-US" sz="2400" b="0" u="none" spc="11" strike="noStrike">
              <a:solidFill>
                <a:schemeClr val="dk1"/>
              </a:solidFill>
              <a:effectLst/>
              <a:uFillTx/>
              <a:latin typeface="Century Schoolboo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1261800" y="365760"/>
            <a:ext cx="969228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lang="sr-Latn-RS" sz="4000" b="0" u="none" spc="-51" strike="noStrike">
                <a:solidFill>
                  <a:schemeClr val="dk1"/>
                </a:solidFill>
                <a:effectLst/>
                <a:uFillTx/>
                <a:latin typeface="Arial"/>
              </a:rPr>
              <a:t>Zašto je održavanje Moodle sistema bitno?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entury Schoolbook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1261800" y="1828800"/>
            <a:ext cx="859500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182880" indent="-182880" defTabSz="914400">
              <a:lnSpc>
                <a:spcPct val="95000"/>
              </a:lnSpc>
              <a:spcBef>
                <a:spcPts val="1400"/>
              </a:spcBef>
              <a:spcAft>
                <a:spcPts val="201"/>
              </a:spcAft>
              <a:buClr>
                <a:srgbClr val="6f6f74"/>
              </a:buClr>
              <a:buSzPct val="80000"/>
              <a:buFont typeface="Arial"/>
              <a:buChar char="•"/>
            </a:pPr>
            <a:r>
              <a:rPr lang="sr-Latn-RS" sz="2400" b="0" u="none" spc="11" strike="noStrike">
                <a:solidFill>
                  <a:schemeClr val="dk1"/>
                </a:solidFill>
                <a:effectLst/>
                <a:uFillTx/>
                <a:latin typeface="Arial"/>
              </a:rPr>
              <a:t>Tri tipa verzija:</a:t>
            </a:r>
            <a:endParaRPr lang="en-US" sz="2400" b="0" u="none" spc="11" strike="noStrike">
              <a:solidFill>
                <a:schemeClr val="dk1"/>
              </a:solidFill>
              <a:effectLst/>
              <a:uFillTx/>
              <a:latin typeface="Century Schoolbook"/>
            </a:endParaRPr>
          </a:p>
          <a:p>
            <a:pPr marL="457200" lvl="1" indent="-182880" defTabSz="9144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rgbClr val="6f6f74"/>
              </a:buClr>
              <a:buFont typeface="Wingdings 2" charset="2"/>
              <a:buChar char=""/>
            </a:pPr>
            <a:r>
              <a:rPr lang="sr-Latn-RS" sz="2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Arial"/>
              </a:rPr>
              <a:t>Latest releases</a:t>
            </a:r>
            <a:endParaRPr lang="en-US" sz="22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Schoolbook"/>
            </a:endParaRPr>
          </a:p>
          <a:p>
            <a:pPr marL="457200" lvl="1" indent="-182880" defTabSz="9144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rgbClr val="6f6f74"/>
              </a:buClr>
              <a:buFont typeface="Wingdings 2" charset="2"/>
              <a:buChar char=""/>
            </a:pPr>
            <a:r>
              <a:rPr lang="sr-Latn-RS" sz="2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Arial"/>
              </a:rPr>
              <a:t>Other supported releases</a:t>
            </a:r>
            <a:endParaRPr lang="en-US" sz="22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Schoolbook"/>
            </a:endParaRPr>
          </a:p>
          <a:p>
            <a:pPr marL="457200" lvl="1" indent="-182880" defTabSz="9144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rgbClr val="6f6f74"/>
              </a:buClr>
              <a:buFont typeface="Wingdings 2" charset="2"/>
              <a:buChar char=""/>
            </a:pPr>
            <a:r>
              <a:rPr lang="sr-Latn-RS" sz="2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Arial"/>
              </a:rPr>
              <a:t>Legacy releases</a:t>
            </a:r>
            <a:endParaRPr lang="en-US" sz="22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Schoolbook"/>
            </a:endParaRPr>
          </a:p>
          <a:p>
            <a:pPr marL="182880" indent="-182880" defTabSz="914400">
              <a:lnSpc>
                <a:spcPct val="95000"/>
              </a:lnSpc>
              <a:spcBef>
                <a:spcPts val="1400"/>
              </a:spcBef>
              <a:spcAft>
                <a:spcPts val="201"/>
              </a:spcAft>
              <a:buClr>
                <a:srgbClr val="6f6f74"/>
              </a:buClr>
              <a:buSzPct val="80000"/>
              <a:buFont typeface="Arial"/>
              <a:buChar char="•"/>
            </a:pPr>
            <a:r>
              <a:rPr lang="sr-Latn-RS" sz="2400" b="0" u="none" spc="11" strike="noStrike">
                <a:solidFill>
                  <a:schemeClr val="dk1"/>
                </a:solidFill>
                <a:effectLst/>
                <a:uFillTx/>
                <a:latin typeface="Arial"/>
              </a:rPr>
              <a:t>Naš sistem je 3.11, koji je legacy release</a:t>
            </a:r>
            <a:endParaRPr lang="en-US" sz="2400" b="0" u="none" spc="11" strike="noStrike">
              <a:solidFill>
                <a:schemeClr val="dk1"/>
              </a:solidFill>
              <a:effectLst/>
              <a:uFillTx/>
              <a:latin typeface="Century Schoolbook"/>
            </a:endParaRPr>
          </a:p>
          <a:p>
            <a:pPr marL="182880" indent="-182880" defTabSz="914400">
              <a:lnSpc>
                <a:spcPct val="95000"/>
              </a:lnSpc>
              <a:spcBef>
                <a:spcPts val="1400"/>
              </a:spcBef>
              <a:spcAft>
                <a:spcPts val="201"/>
              </a:spcAft>
              <a:buClr>
                <a:srgbClr val="6f6f74"/>
              </a:buClr>
              <a:buSzPct val="80000"/>
              <a:buFont typeface="Arial"/>
              <a:buChar char="•"/>
            </a:pPr>
            <a:r>
              <a:rPr lang="sr-Latn-RS" sz="2400" b="0" u="none" spc="11" strike="noStrike">
                <a:solidFill>
                  <a:schemeClr val="dk1"/>
                </a:solidFill>
                <a:effectLst/>
                <a:uFillTx/>
                <a:latin typeface="Arial"/>
              </a:rPr>
              <a:t>Ciljana verzija je 5.1</a:t>
            </a:r>
            <a:endParaRPr lang="en-US" sz="2400" b="0" u="none" spc="11" strike="noStrike">
              <a:solidFill>
                <a:schemeClr val="dk1"/>
              </a:solidFill>
              <a:effectLst/>
              <a:uFillTx/>
              <a:latin typeface="Century Schoolbook"/>
            </a:endParaRPr>
          </a:p>
          <a:p>
            <a:pPr marL="182880" indent="-182880" defTabSz="914400">
              <a:lnSpc>
                <a:spcPct val="95000"/>
              </a:lnSpc>
              <a:spcBef>
                <a:spcPts val="1400"/>
              </a:spcBef>
              <a:spcAft>
                <a:spcPts val="201"/>
              </a:spcAft>
              <a:buClr>
                <a:srgbClr val="6f6f74"/>
              </a:buClr>
              <a:buSzPct val="80000"/>
              <a:buFont typeface="Arial"/>
              <a:buChar char="•"/>
            </a:pPr>
            <a:r>
              <a:rPr lang="sr-Latn-RS" sz="2400" b="0" u="none" spc="11" strike="noStrike">
                <a:solidFill>
                  <a:schemeClr val="dk1"/>
                </a:solidFill>
                <a:effectLst/>
                <a:uFillTx/>
                <a:latin typeface="Arial"/>
              </a:rPr>
              <a:t>Kompatibilnost komponenti</a:t>
            </a:r>
            <a:endParaRPr lang="en-US" sz="2400" b="0" u="none" spc="11" strike="noStrike">
              <a:solidFill>
                <a:schemeClr val="dk1"/>
              </a:solidFill>
              <a:effectLst/>
              <a:uFillTx/>
              <a:latin typeface="Century Schoolboo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1261800" y="365760"/>
            <a:ext cx="969228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lang="sr-Latn-RS" sz="4000" b="0" u="none" spc="-51" strike="noStrike">
                <a:solidFill>
                  <a:schemeClr val="dk1"/>
                </a:solidFill>
                <a:effectLst/>
                <a:uFillTx/>
                <a:latin typeface="Arial"/>
              </a:rPr>
              <a:t>Pogodnosti unapređenja?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entury Schoolbook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1261800" y="1828800"/>
            <a:ext cx="859500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182880" indent="-182880" defTabSz="914400">
              <a:lnSpc>
                <a:spcPct val="95000"/>
              </a:lnSpc>
              <a:spcBef>
                <a:spcPts val="1400"/>
              </a:spcBef>
              <a:spcAft>
                <a:spcPts val="201"/>
              </a:spcAft>
              <a:buClr>
                <a:srgbClr val="6f6f74"/>
              </a:buClr>
              <a:buSzPct val="80000"/>
              <a:buFont typeface="Arial"/>
              <a:buChar char="•"/>
            </a:pPr>
            <a:r>
              <a:rPr lang="sr-Latn-RS" sz="2400" b="0" u="none" spc="11" strike="noStrike">
                <a:solidFill>
                  <a:schemeClr val="dk1"/>
                </a:solidFill>
                <a:effectLst/>
                <a:uFillTx/>
                <a:latin typeface="Arial"/>
              </a:rPr>
              <a:t>Poboljšana sigurnost</a:t>
            </a:r>
            <a:endParaRPr lang="en-US" sz="2400" b="0" u="none" spc="11" strike="noStrike">
              <a:solidFill>
                <a:schemeClr val="dk1"/>
              </a:solidFill>
              <a:effectLst/>
              <a:uFillTx/>
              <a:latin typeface="Century Schoolbook"/>
            </a:endParaRPr>
          </a:p>
          <a:p>
            <a:pPr marL="182880" indent="-182880" defTabSz="914400">
              <a:lnSpc>
                <a:spcPct val="95000"/>
              </a:lnSpc>
              <a:spcBef>
                <a:spcPts val="1400"/>
              </a:spcBef>
              <a:spcAft>
                <a:spcPts val="201"/>
              </a:spcAft>
              <a:buClr>
                <a:srgbClr val="6f6f74"/>
              </a:buClr>
              <a:buSzPct val="80000"/>
              <a:buFont typeface="Arial"/>
              <a:buChar char="•"/>
            </a:pPr>
            <a:r>
              <a:rPr lang="sr-Latn-RS" sz="2400" b="0" u="none" spc="11" strike="noStrike">
                <a:solidFill>
                  <a:schemeClr val="dk1"/>
                </a:solidFill>
                <a:effectLst/>
                <a:uFillTx/>
                <a:latin typeface="Arial"/>
              </a:rPr>
              <a:t>Bolje korisničko iskustvo</a:t>
            </a:r>
            <a:endParaRPr lang="en-US" sz="2400" b="0" u="none" spc="11" strike="noStrike">
              <a:solidFill>
                <a:schemeClr val="dk1"/>
              </a:solidFill>
              <a:effectLst/>
              <a:uFillTx/>
              <a:latin typeface="Century Schoolbook"/>
            </a:endParaRPr>
          </a:p>
          <a:p>
            <a:pPr marL="182880" indent="-182880" defTabSz="914400">
              <a:lnSpc>
                <a:spcPct val="95000"/>
              </a:lnSpc>
              <a:spcBef>
                <a:spcPts val="1400"/>
              </a:spcBef>
              <a:spcAft>
                <a:spcPts val="201"/>
              </a:spcAft>
              <a:buClr>
                <a:srgbClr val="6f6f74"/>
              </a:buClr>
              <a:buSzPct val="80000"/>
              <a:buFont typeface="Arial"/>
              <a:buChar char="•"/>
            </a:pPr>
            <a:r>
              <a:rPr lang="sr-Latn-RS" sz="2400" b="0" u="none" spc="11" strike="noStrike">
                <a:solidFill>
                  <a:schemeClr val="dk1"/>
                </a:solidFill>
                <a:effectLst/>
                <a:uFillTx/>
                <a:latin typeface="Arial"/>
              </a:rPr>
              <a:t>Bolja organizacija kurseva</a:t>
            </a:r>
            <a:endParaRPr lang="en-US" sz="2400" b="0" u="none" spc="11" strike="noStrike">
              <a:solidFill>
                <a:schemeClr val="dk1"/>
              </a:solidFill>
              <a:effectLst/>
              <a:uFillTx/>
              <a:latin typeface="Century Schoolbook"/>
            </a:endParaRPr>
          </a:p>
          <a:p>
            <a:pPr marL="182880" indent="-182880" defTabSz="914400">
              <a:lnSpc>
                <a:spcPct val="95000"/>
              </a:lnSpc>
              <a:spcBef>
                <a:spcPts val="1400"/>
              </a:spcBef>
              <a:spcAft>
                <a:spcPts val="201"/>
              </a:spcAft>
              <a:buClr>
                <a:srgbClr val="6f6f74"/>
              </a:buClr>
              <a:buSzPct val="80000"/>
              <a:buFont typeface="Arial"/>
              <a:buChar char="•"/>
            </a:pPr>
            <a:r>
              <a:rPr lang="sr-Latn-RS" sz="2400" b="0" u="none" spc="11" strike="noStrike">
                <a:solidFill>
                  <a:schemeClr val="dk1"/>
                </a:solidFill>
                <a:effectLst/>
                <a:uFillTx/>
                <a:latin typeface="Arial"/>
              </a:rPr>
              <a:t>Bolje performanse</a:t>
            </a:r>
            <a:endParaRPr lang="en-US" sz="2400" b="0" u="none" spc="11" strike="noStrike">
              <a:solidFill>
                <a:schemeClr val="dk1"/>
              </a:solidFill>
              <a:effectLst/>
              <a:uFillTx/>
              <a:latin typeface="Century Schoolbook"/>
            </a:endParaRPr>
          </a:p>
          <a:p>
            <a:pPr marL="182880" indent="-182880" defTabSz="914400">
              <a:lnSpc>
                <a:spcPct val="95000"/>
              </a:lnSpc>
              <a:spcBef>
                <a:spcPts val="1400"/>
              </a:spcBef>
              <a:spcAft>
                <a:spcPts val="201"/>
              </a:spcAft>
              <a:buClr>
                <a:srgbClr val="6f6f74"/>
              </a:buClr>
              <a:buSzPct val="80000"/>
              <a:buFont typeface="Arial"/>
              <a:buChar char="•"/>
            </a:pPr>
            <a:r>
              <a:rPr lang="sr-Latn-RS" sz="2400" b="0" u="none" spc="11" strike="noStrike">
                <a:solidFill>
                  <a:schemeClr val="dk1"/>
                </a:solidFill>
                <a:effectLst/>
                <a:uFillTx/>
                <a:latin typeface="Arial"/>
              </a:rPr>
              <a:t>Nove funcionalnosti i dodaci</a:t>
            </a:r>
            <a:endParaRPr lang="en-US" sz="2400" b="0" u="none" spc="11" strike="noStrike">
              <a:solidFill>
                <a:schemeClr val="dk1"/>
              </a:solidFill>
              <a:effectLst/>
              <a:uFillTx/>
              <a:latin typeface="Century Schoolbook"/>
            </a:endParaRPr>
          </a:p>
          <a:p>
            <a:pPr marL="182880" indent="-182880" defTabSz="914400">
              <a:lnSpc>
                <a:spcPct val="95000"/>
              </a:lnSpc>
              <a:spcBef>
                <a:spcPts val="1400"/>
              </a:spcBef>
              <a:spcAft>
                <a:spcPts val="201"/>
              </a:spcAft>
              <a:buClr>
                <a:srgbClr val="6f6f74"/>
              </a:buClr>
              <a:buSzPct val="80000"/>
              <a:buFont typeface="Arial"/>
              <a:buChar char="•"/>
            </a:pPr>
            <a:r>
              <a:rPr lang="sr-Latn-RS" sz="2400" b="0" u="none" spc="11" strike="noStrike">
                <a:solidFill>
                  <a:schemeClr val="dk1"/>
                </a:solidFill>
                <a:effectLst/>
                <a:uFillTx/>
                <a:latin typeface="Arial"/>
              </a:rPr>
              <a:t>Integracija sa LLM</a:t>
            </a:r>
            <a:endParaRPr lang="en-US" sz="2400" b="0" u="none" spc="11" strike="noStrike">
              <a:solidFill>
                <a:schemeClr val="dk1"/>
              </a:solidFill>
              <a:effectLst/>
              <a:uFillTx/>
              <a:latin typeface="Century Schoolbook"/>
            </a:endParaRPr>
          </a:p>
          <a:p>
            <a:pPr marL="182880" indent="-182880" defTabSz="914400">
              <a:lnSpc>
                <a:spcPct val="95000"/>
              </a:lnSpc>
              <a:spcBef>
                <a:spcPts val="1400"/>
              </a:spcBef>
              <a:spcAft>
                <a:spcPts val="201"/>
              </a:spcAft>
              <a:buClr>
                <a:srgbClr val="6f6f74"/>
              </a:buClr>
              <a:buSzPct val="80000"/>
              <a:buFont typeface="Arial"/>
              <a:buChar char="•"/>
            </a:pPr>
            <a:r>
              <a:rPr lang="sr-Latn-RS" sz="2400" b="0" u="none" spc="11" strike="noStrike">
                <a:solidFill>
                  <a:schemeClr val="dk1"/>
                </a:solidFill>
                <a:effectLst/>
                <a:uFillTx/>
                <a:latin typeface="Arial"/>
              </a:rPr>
              <a:t>Migracija ka Bootstrap 5</a:t>
            </a:r>
            <a:endParaRPr lang="en-US" sz="2400" b="0" u="none" spc="11" strike="noStrike">
              <a:solidFill>
                <a:schemeClr val="dk1"/>
              </a:solidFill>
              <a:effectLst/>
              <a:uFillTx/>
              <a:latin typeface="Century Schoolboo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1261800" y="365760"/>
            <a:ext cx="969228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000" b="0" u="none" spc="-51" strike="noStrike">
                <a:solidFill>
                  <a:schemeClr val="dk1"/>
                </a:solidFill>
                <a:effectLst/>
                <a:uFillTx/>
                <a:latin typeface="Arial"/>
              </a:rPr>
              <a:t>Postavka rešenja – konceptualno rešenje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entury Schoolbook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1261800" y="1828800"/>
            <a:ext cx="859500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lnSpc>
                <a:spcPct val="95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pc="11" strike="noStrike">
                <a:solidFill>
                  <a:schemeClr val="dk1"/>
                </a:solidFill>
                <a:effectLst/>
                <a:uFillTx/>
                <a:latin typeface="Arial"/>
              </a:rPr>
              <a:t>Migracija sa verzije 3.11 na verziju 5.1</a:t>
            </a:r>
            <a:endParaRPr lang="en-US" sz="2400" b="0" u="none" spc="11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95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pc="11" strike="noStrike">
                <a:solidFill>
                  <a:schemeClr val="dk1"/>
                </a:solidFill>
                <a:effectLst/>
                <a:uFillTx/>
                <a:latin typeface="Arial"/>
              </a:rPr>
              <a:t>Prelazka sa VirtualBox na Proxmox VE</a:t>
            </a:r>
            <a:endParaRPr lang="en-US" sz="2400" b="0" u="none" spc="11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95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pc="11" strike="noStrike">
                <a:solidFill>
                  <a:schemeClr val="dk1"/>
                </a:solidFill>
                <a:effectLst/>
                <a:uFillTx/>
                <a:latin typeface="Arial"/>
              </a:rPr>
              <a:t>Nadogradnja aplikativnog sloja</a:t>
            </a:r>
            <a:endParaRPr lang="en-US" sz="2400" b="0" u="none" spc="11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95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pc="11" strike="noStrike">
                <a:solidFill>
                  <a:schemeClr val="dk1"/>
                </a:solidFill>
                <a:effectLst/>
                <a:uFillTx/>
                <a:latin typeface="Arial"/>
              </a:rPr>
              <a:t>Modernizacija infrastrukture</a:t>
            </a:r>
            <a:endParaRPr lang="en-US" sz="2400" b="0" u="none" spc="11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ontent Placeholder 1"/>
          <p:cNvSpPr txBox="1"/>
          <p:nvPr/>
        </p:nvSpPr>
        <p:spPr>
          <a:xfrm>
            <a:off x="1262160" y="1828800"/>
            <a:ext cx="859500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432000" indent="-324000">
              <a:lnSpc>
                <a:spcPct val="95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pc="11" strike="noStrike">
                <a:solidFill>
                  <a:schemeClr val="dk1"/>
                </a:solidFill>
                <a:effectLst/>
                <a:uFillTx/>
                <a:latin typeface="Arial"/>
              </a:rPr>
              <a:t>Direktna nadogradnja (in-place upgrade)</a:t>
            </a:r>
            <a:endParaRPr lang="en-US" sz="2400" b="0" u="none" spc="11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95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pc="11" strike="noStrike">
                <a:solidFill>
                  <a:schemeClr val="dk1"/>
                </a:solidFill>
                <a:effectLst/>
                <a:uFillTx/>
                <a:latin typeface="Arial"/>
              </a:rPr>
              <a:t>Migracije baze podataka (database migration)</a:t>
            </a:r>
            <a:endParaRPr lang="en-US" sz="2400" b="0" u="none" spc="11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95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pc="11" strike="noStrike">
                <a:solidFill>
                  <a:schemeClr val="dk1"/>
                </a:solidFill>
                <a:effectLst/>
                <a:uFillTx/>
                <a:latin typeface="Arial"/>
              </a:rPr>
              <a:t>Selektivni export/import (clean installation)</a:t>
            </a:r>
            <a:endParaRPr lang="en-US" sz="2400" b="0" u="none" spc="11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7" name="Title 2"/>
          <p:cNvSpPr txBox="1"/>
          <p:nvPr/>
        </p:nvSpPr>
        <p:spPr>
          <a:xfrm>
            <a:off x="1262160" y="366120"/>
            <a:ext cx="9692280" cy="1325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p>
            <a:pPr defTabSz="914400">
              <a:lnSpc>
                <a:spcPct val="90000"/>
              </a:lnSpc>
            </a:pPr>
            <a:r>
              <a:rPr lang="en-US" sz="4000" b="0" u="none" spc="-51" strike="noStrike">
                <a:solidFill>
                  <a:schemeClr val="dk1"/>
                </a:solidFill>
                <a:effectLst/>
                <a:uFillTx/>
                <a:latin typeface="Arial"/>
              </a:rPr>
              <a:t>Postavka rešenja – opcije nadogradnje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entury Schoolboo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1261800" y="365760"/>
            <a:ext cx="969228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000" b="0" u="none" spc="-51" strike="noStrike">
                <a:solidFill>
                  <a:schemeClr val="dk1"/>
                </a:solidFill>
                <a:effectLst/>
                <a:uFillTx/>
                <a:latin typeface="Arial"/>
              </a:rPr>
              <a:t>Sastanak sa </a:t>
            </a:r>
            <a:r>
              <a:rPr lang="sr-Latn-RS" sz="4000" b="0" u="none" spc="-51" strike="noStrike">
                <a:solidFill>
                  <a:schemeClr val="dk1"/>
                </a:solidFill>
                <a:effectLst/>
                <a:uFillTx/>
                <a:latin typeface="Arial"/>
              </a:rPr>
              <a:t>šefom katedre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entury Schoolbook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1261800" y="1828800"/>
            <a:ext cx="859500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9999"/>
          </a:bodyPr>
          <a:p>
            <a:pPr marL="182880" indent="-182880" defTabSz="914400">
              <a:lnSpc>
                <a:spcPct val="95000"/>
              </a:lnSpc>
              <a:spcBef>
                <a:spcPts val="1400"/>
              </a:spcBef>
              <a:spcAft>
                <a:spcPts val="201"/>
              </a:spcAft>
              <a:buClr>
                <a:srgbClr val="6f6f74"/>
              </a:buClr>
              <a:buSzPct val="80000"/>
              <a:buFont typeface="Arial"/>
              <a:buChar char="•"/>
            </a:pPr>
            <a:r>
              <a:rPr lang="sr-Latn-RS" sz="2400" b="0" u="none" spc="11" strike="noStrike">
                <a:solidFill>
                  <a:schemeClr val="dk1"/>
                </a:solidFill>
                <a:effectLst/>
                <a:uFillTx/>
                <a:latin typeface="Arial"/>
              </a:rPr>
              <a:t>Bitno je konsultovati se sa donosiocima odluka</a:t>
            </a:r>
            <a:endParaRPr lang="en-US" sz="2400" b="0" u="none" spc="11" strike="noStrike">
              <a:solidFill>
                <a:schemeClr val="dk1"/>
              </a:solidFill>
              <a:effectLst/>
              <a:uFillTx/>
              <a:latin typeface="Century Schoolbook"/>
            </a:endParaRPr>
          </a:p>
          <a:p>
            <a:pPr marL="182880" indent="-182880" defTabSz="914400">
              <a:lnSpc>
                <a:spcPct val="95000"/>
              </a:lnSpc>
              <a:spcBef>
                <a:spcPts val="1400"/>
              </a:spcBef>
              <a:spcAft>
                <a:spcPts val="201"/>
              </a:spcAft>
              <a:buClr>
                <a:srgbClr val="6f6f74"/>
              </a:buClr>
              <a:buSzPct val="80000"/>
              <a:buFont typeface="Arial"/>
              <a:buChar char="•"/>
            </a:pPr>
            <a:r>
              <a:rPr lang="sr-Latn-RS" sz="2400" b="0" u="none" spc="11" strike="noStrike">
                <a:solidFill>
                  <a:schemeClr val="dk1"/>
                </a:solidFill>
                <a:effectLst/>
                <a:uFillTx/>
                <a:latin typeface="Arial"/>
              </a:rPr>
              <a:t>Odgovori na pitanja organizacione prirode</a:t>
            </a:r>
            <a:endParaRPr lang="en-US" sz="2400" b="0" u="none" spc="11" strike="noStrike">
              <a:solidFill>
                <a:schemeClr val="dk1"/>
              </a:solidFill>
              <a:effectLst/>
              <a:uFillTx/>
              <a:latin typeface="Century Schoolbook"/>
            </a:endParaRPr>
          </a:p>
          <a:p>
            <a:pPr marL="182880" indent="-182880" defTabSz="914400">
              <a:lnSpc>
                <a:spcPct val="95000"/>
              </a:lnSpc>
              <a:spcBef>
                <a:spcPts val="1400"/>
              </a:spcBef>
              <a:spcAft>
                <a:spcPts val="201"/>
              </a:spcAft>
              <a:buClr>
                <a:srgbClr val="6f6f74"/>
              </a:buClr>
              <a:buSzPct val="80000"/>
              <a:buFont typeface="Arial"/>
              <a:buChar char="•"/>
            </a:pPr>
            <a:r>
              <a:rPr lang="sr-Latn-RS" sz="2400" b="0" u="none" spc="11" strike="noStrike">
                <a:solidFill>
                  <a:schemeClr val="dk1"/>
                </a:solidFill>
                <a:effectLst/>
                <a:uFillTx/>
                <a:latin typeface="Arial"/>
              </a:rPr>
              <a:t>Pravila kojih se mi i fakultet moraju pridržavati</a:t>
            </a:r>
            <a:endParaRPr lang="en-US" sz="2400" b="0" u="none" spc="11" strike="noStrike">
              <a:solidFill>
                <a:schemeClr val="dk1"/>
              </a:solidFill>
              <a:effectLst/>
              <a:uFillTx/>
              <a:latin typeface="Century Schoolbook"/>
            </a:endParaRPr>
          </a:p>
          <a:p>
            <a:pPr marL="182880" indent="-182880" defTabSz="914400">
              <a:lnSpc>
                <a:spcPct val="95000"/>
              </a:lnSpc>
              <a:spcBef>
                <a:spcPts val="1400"/>
              </a:spcBef>
              <a:spcAft>
                <a:spcPts val="201"/>
              </a:spcAft>
              <a:buClr>
                <a:srgbClr val="6f6f74"/>
              </a:buClr>
              <a:buSzPct val="80000"/>
              <a:buFont typeface="Arial"/>
              <a:buChar char="•"/>
            </a:pPr>
            <a:r>
              <a:rPr lang="sr-Latn-RS" sz="2400" b="0" u="none" spc="11" strike="noStrike">
                <a:solidFill>
                  <a:schemeClr val="dk1"/>
                </a:solidFill>
                <a:effectLst/>
                <a:uFillTx/>
                <a:latin typeface="Arial"/>
              </a:rPr>
              <a:t>Neka od pitanja za šefa katedre:</a:t>
            </a:r>
            <a:endParaRPr lang="en-US" sz="2400" b="0" u="none" spc="11" strike="noStrike">
              <a:solidFill>
                <a:schemeClr val="dk1"/>
              </a:solidFill>
              <a:effectLst/>
              <a:uFillTx/>
              <a:latin typeface="Century Schoolbook"/>
            </a:endParaRPr>
          </a:p>
          <a:p>
            <a:pPr marL="457200" lvl="1" indent="-182880" defTabSz="9144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rgbClr val="6f6f74"/>
              </a:buClr>
              <a:buFont typeface="Wingdings 2" charset="2"/>
              <a:buChar char=""/>
            </a:pPr>
            <a:r>
              <a:rPr lang="sr-Latn-RS" sz="2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Arial"/>
              </a:rPr>
              <a:t>Kako prenosimo podatke?</a:t>
            </a:r>
            <a:endParaRPr lang="en-US" sz="22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Schoolbook"/>
            </a:endParaRPr>
          </a:p>
          <a:p>
            <a:pPr marL="457200" lvl="1" indent="-182880" defTabSz="9144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rgbClr val="6f6f74"/>
              </a:buClr>
              <a:buFont typeface="Wingdings 2" charset="2"/>
              <a:buChar char=""/>
            </a:pPr>
            <a:r>
              <a:rPr lang="sr-Latn-RS" sz="2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Arial"/>
              </a:rPr>
              <a:t>Koji podaci su relevantni za prenos?</a:t>
            </a:r>
            <a:endParaRPr lang="en-US" sz="22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Schoolbook"/>
            </a:endParaRPr>
          </a:p>
          <a:p>
            <a:pPr marL="457200" lvl="1" indent="-182880" defTabSz="9144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rgbClr val="6f6f74"/>
              </a:buClr>
              <a:buFont typeface="Wingdings 2" charset="2"/>
              <a:buChar char=""/>
            </a:pPr>
            <a:r>
              <a:rPr lang="sr-Latn-RS" sz="2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Arial"/>
              </a:rPr>
              <a:t>Koji pristup je opravdan i dozvoljen?</a:t>
            </a:r>
            <a:endParaRPr lang="en-US" sz="22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Schoolbook"/>
            </a:endParaRPr>
          </a:p>
          <a:p>
            <a:pPr marL="457200" lvl="1" indent="-182880" defTabSz="9144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rgbClr val="6f6f74"/>
              </a:buClr>
              <a:buFont typeface="Wingdings 2" charset="2"/>
              <a:buChar char=""/>
            </a:pPr>
            <a:r>
              <a:rPr lang="sr-Latn-RS" sz="2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Arial"/>
              </a:rPr>
              <a:t>Koje dodatke (plugin-ove) moramo preneti?</a:t>
            </a:r>
            <a:endParaRPr lang="en-US" sz="22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Schoolbook"/>
            </a:endParaRPr>
          </a:p>
          <a:p>
            <a:pPr marL="182880" indent="-182880" defTabSz="914400">
              <a:lnSpc>
                <a:spcPct val="95000"/>
              </a:lnSpc>
              <a:spcBef>
                <a:spcPts val="1400"/>
              </a:spcBef>
              <a:spcAft>
                <a:spcPts val="201"/>
              </a:spcAft>
              <a:buClr>
                <a:srgbClr val="6f6f74"/>
              </a:buClr>
              <a:buSzPct val="80000"/>
              <a:buFont typeface="Arial"/>
              <a:buChar char="•"/>
            </a:pPr>
            <a:r>
              <a:rPr lang="sr-Latn-RS" sz="2400" b="0" u="none" spc="11" strike="noStrike">
                <a:solidFill>
                  <a:schemeClr val="dk1"/>
                </a:solidFill>
                <a:effectLst/>
                <a:uFillTx/>
                <a:latin typeface="Arial"/>
              </a:rPr>
              <a:t>Smernice:</a:t>
            </a:r>
            <a:endParaRPr lang="en-US" sz="2400" b="0" u="none" spc="11" strike="noStrike">
              <a:solidFill>
                <a:schemeClr val="dk1"/>
              </a:solidFill>
              <a:effectLst/>
              <a:uFillTx/>
              <a:latin typeface="Century Schoolbook"/>
            </a:endParaRPr>
          </a:p>
          <a:p>
            <a:pPr marL="457200" lvl="1" indent="-182880" defTabSz="9144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rgbClr val="6f6f74"/>
              </a:buClr>
              <a:buFont typeface="Wingdings 2" charset="2"/>
              <a:buChar char=""/>
            </a:pPr>
            <a:r>
              <a:rPr lang="sr-Latn-RS" sz="2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Arial"/>
              </a:rPr>
              <a:t>Export kurseva</a:t>
            </a:r>
            <a:endParaRPr lang="en-US" sz="22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Schoolbook"/>
            </a:endParaRPr>
          </a:p>
          <a:p>
            <a:pPr marL="457200" lvl="1" indent="-182880" defTabSz="9144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rgbClr val="6f6f74"/>
              </a:buClr>
              <a:buFont typeface="Wingdings 2" charset="2"/>
              <a:buChar char=""/>
            </a:pPr>
            <a:r>
              <a:rPr lang="sr-Latn-RS" sz="2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Arial"/>
              </a:rPr>
              <a:t>Kursevi i dodaci koje prenosimo – profesori odlučuju</a:t>
            </a:r>
            <a:endParaRPr lang="en-US" sz="22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Schoolboo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itle 3"/>
          <p:cNvSpPr txBox="1"/>
          <p:nvPr/>
        </p:nvSpPr>
        <p:spPr>
          <a:xfrm>
            <a:off x="1262520" y="366480"/>
            <a:ext cx="9692280" cy="1325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p>
            <a:pPr defTabSz="914400">
              <a:lnSpc>
                <a:spcPct val="90000"/>
              </a:lnSpc>
            </a:pPr>
            <a:r>
              <a:rPr lang="en-US" sz="4000" b="0" u="none" spc="-51" strike="noStrike">
                <a:solidFill>
                  <a:schemeClr val="dk1"/>
                </a:solidFill>
                <a:effectLst/>
                <a:uFillTx/>
                <a:latin typeface="Arial"/>
              </a:rPr>
              <a:t>Metodologija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entury Schoolbook"/>
            </a:endParaRPr>
          </a:p>
        </p:txBody>
      </p:sp>
      <p:sp>
        <p:nvSpPr>
          <p:cNvPr id="91" name="Content Placeholder 3"/>
          <p:cNvSpPr txBox="1"/>
          <p:nvPr/>
        </p:nvSpPr>
        <p:spPr>
          <a:xfrm>
            <a:off x="1262520" y="1828800"/>
            <a:ext cx="859500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432000" indent="-324000">
              <a:lnSpc>
                <a:spcPct val="95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pc="11" strike="noStrike">
                <a:solidFill>
                  <a:schemeClr val="dk1"/>
                </a:solidFill>
                <a:effectLst/>
                <a:uFillTx/>
                <a:latin typeface="Arial"/>
              </a:rPr>
              <a:t>Analiza i priprema</a:t>
            </a:r>
            <a:endParaRPr lang="en-US" sz="2400" b="0" u="none" spc="11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95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pc="11" strike="noStrike">
                <a:solidFill>
                  <a:schemeClr val="dk1"/>
                </a:solidFill>
                <a:effectLst/>
                <a:uFillTx/>
                <a:latin typeface="Arial"/>
              </a:rPr>
              <a:t>Instalacija I konfiguracija</a:t>
            </a:r>
            <a:endParaRPr lang="en-US" sz="2400" b="0" u="none" spc="11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95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pc="11" strike="noStrike">
                <a:solidFill>
                  <a:schemeClr val="dk1"/>
                </a:solidFill>
                <a:effectLst/>
                <a:uFillTx/>
                <a:latin typeface="Arial"/>
              </a:rPr>
              <a:t>Eksport podataka</a:t>
            </a:r>
            <a:endParaRPr lang="en-US" sz="2400" b="0" u="none" spc="11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95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pc="11" strike="noStrike">
                <a:solidFill>
                  <a:schemeClr val="dk1"/>
                </a:solidFill>
                <a:effectLst/>
                <a:uFillTx/>
                <a:latin typeface="Arial"/>
              </a:rPr>
              <a:t>Restore kurseva</a:t>
            </a:r>
            <a:endParaRPr lang="en-US" sz="2400" b="0" u="none" spc="11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95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pc="11" strike="noStrike">
                <a:solidFill>
                  <a:schemeClr val="dk1"/>
                </a:solidFill>
                <a:effectLst/>
                <a:uFillTx/>
                <a:latin typeface="Arial"/>
              </a:rPr>
              <a:t>Testiranje i validacija</a:t>
            </a:r>
            <a:endParaRPr lang="en-US" sz="2400" b="0" u="none" spc="11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95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pc="11" strike="noStrike">
                <a:solidFill>
                  <a:schemeClr val="dk1"/>
                </a:solidFill>
                <a:effectLst/>
                <a:uFillTx/>
                <a:latin typeface="Arial"/>
              </a:rPr>
              <a:t>Prelazak na novi sistem</a:t>
            </a:r>
            <a:endParaRPr lang="en-US" sz="2400" b="0" u="none" spc="11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1261800" y="365760"/>
            <a:ext cx="969228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lang="sr-Latn-RS" sz="4000" b="0" u="none" spc="-51" strike="noStrike">
                <a:solidFill>
                  <a:schemeClr val="dk1"/>
                </a:solidFill>
                <a:effectLst/>
                <a:uFillTx/>
                <a:latin typeface="Arial"/>
              </a:rPr>
              <a:t>Zaključak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entury Schoolbook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1261800" y="1828800"/>
            <a:ext cx="859500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182880" indent="-182880" defTabSz="914400">
              <a:lnSpc>
                <a:spcPct val="95000"/>
              </a:lnSpc>
              <a:spcBef>
                <a:spcPts val="1400"/>
              </a:spcBef>
              <a:spcAft>
                <a:spcPts val="201"/>
              </a:spcAft>
              <a:buClr>
                <a:srgbClr val="6f6f74"/>
              </a:buClr>
              <a:buSzPct val="80000"/>
              <a:buFont typeface="Arial"/>
              <a:buChar char="•"/>
            </a:pPr>
            <a:r>
              <a:rPr lang="sr-Latn-RS" sz="2200" b="0" u="none" spc="11" strike="noStrike">
                <a:solidFill>
                  <a:schemeClr val="dk1"/>
                </a:solidFill>
                <a:effectLst/>
                <a:uFillTx/>
                <a:latin typeface="Arial"/>
              </a:rPr>
              <a:t>Preko 1000 aktivnih korisnika</a:t>
            </a:r>
            <a:endParaRPr lang="en-US" sz="2200" b="0" u="none" spc="11" strike="noStrike">
              <a:solidFill>
                <a:schemeClr val="dk1"/>
              </a:solidFill>
              <a:effectLst/>
              <a:uFillTx/>
              <a:latin typeface="Century Schoolbook"/>
            </a:endParaRPr>
          </a:p>
          <a:p>
            <a:pPr marL="182880" indent="-182880" defTabSz="914400">
              <a:lnSpc>
                <a:spcPct val="95000"/>
              </a:lnSpc>
              <a:spcBef>
                <a:spcPts val="1400"/>
              </a:spcBef>
              <a:spcAft>
                <a:spcPts val="201"/>
              </a:spcAft>
              <a:buClr>
                <a:srgbClr val="6f6f74"/>
              </a:buClr>
              <a:buSzPct val="80000"/>
              <a:buFont typeface="Arial"/>
              <a:buChar char="•"/>
            </a:pPr>
            <a:r>
              <a:rPr lang="sr-Latn-RS" sz="2200" b="0" u="none" spc="11" strike="noStrike">
                <a:solidFill>
                  <a:schemeClr val="dk1"/>
                </a:solidFill>
                <a:effectLst/>
                <a:uFillTx/>
                <a:latin typeface="Arial"/>
              </a:rPr>
              <a:t>Kursevi, aktivnosti – ispiti, laboratorijske vežbe, drugi zadaci</a:t>
            </a:r>
            <a:endParaRPr lang="en-US" sz="2200" b="0" u="none" spc="11" strike="noStrike">
              <a:solidFill>
                <a:schemeClr val="dk1"/>
              </a:solidFill>
              <a:effectLst/>
              <a:uFillTx/>
              <a:latin typeface="Century Schoolbook"/>
            </a:endParaRPr>
          </a:p>
          <a:p>
            <a:pPr marL="182880" indent="-182880" defTabSz="914400">
              <a:lnSpc>
                <a:spcPct val="95000"/>
              </a:lnSpc>
              <a:spcBef>
                <a:spcPts val="1400"/>
              </a:spcBef>
              <a:spcAft>
                <a:spcPts val="201"/>
              </a:spcAft>
              <a:buClr>
                <a:srgbClr val="6f6f74"/>
              </a:buClr>
              <a:buSzPct val="80000"/>
              <a:buFont typeface="Arial"/>
              <a:buChar char="•"/>
            </a:pPr>
            <a:r>
              <a:rPr lang="sr-Latn-RS" sz="2200" b="0" u="none" spc="11" strike="noStrike">
                <a:solidFill>
                  <a:schemeClr val="dk1"/>
                </a:solidFill>
                <a:effectLst/>
                <a:uFillTx/>
                <a:latin typeface="Arial"/>
              </a:rPr>
              <a:t>Obezbediti dobro korisničko iskustvo</a:t>
            </a:r>
            <a:endParaRPr lang="en-US" sz="2200" b="0" u="none" spc="11" strike="noStrike">
              <a:solidFill>
                <a:schemeClr val="dk1"/>
              </a:solidFill>
              <a:effectLst/>
              <a:uFillTx/>
              <a:latin typeface="Century Schoolbook"/>
            </a:endParaRPr>
          </a:p>
          <a:p>
            <a:pPr marL="182880" indent="-182880" defTabSz="914400">
              <a:lnSpc>
                <a:spcPct val="95000"/>
              </a:lnSpc>
              <a:spcBef>
                <a:spcPts val="1400"/>
              </a:spcBef>
              <a:spcAft>
                <a:spcPts val="201"/>
              </a:spcAft>
              <a:buClr>
                <a:srgbClr val="6f6f74"/>
              </a:buClr>
              <a:buSzPct val="80000"/>
              <a:buFont typeface="Arial"/>
              <a:buChar char="•"/>
            </a:pPr>
            <a:r>
              <a:rPr lang="sr-Latn-RS" sz="2200" b="0" u="none" spc="11" strike="noStrike">
                <a:solidFill>
                  <a:schemeClr val="dk1"/>
                </a:solidFill>
                <a:effectLst/>
                <a:uFillTx/>
                <a:latin typeface="Arial"/>
              </a:rPr>
              <a:t>Potrebna je dobra osnova u vidu analize mogućnosti</a:t>
            </a:r>
            <a:endParaRPr lang="en-US" sz="2200" b="0" u="none" spc="11" strike="noStrike">
              <a:solidFill>
                <a:schemeClr val="dk1"/>
              </a:solidFill>
              <a:effectLst/>
              <a:uFillTx/>
              <a:latin typeface="Century Schoolbook"/>
            </a:endParaRPr>
          </a:p>
          <a:p>
            <a:pPr marL="182880" indent="-182880" defTabSz="914400">
              <a:lnSpc>
                <a:spcPct val="95000"/>
              </a:lnSpc>
              <a:spcBef>
                <a:spcPts val="1400"/>
              </a:spcBef>
              <a:spcAft>
                <a:spcPts val="201"/>
              </a:spcAft>
              <a:buClr>
                <a:srgbClr val="6f6f74"/>
              </a:buClr>
              <a:buSzPct val="80000"/>
              <a:buFont typeface="Arial"/>
              <a:buChar char="•"/>
            </a:pPr>
            <a:r>
              <a:rPr lang="sr-Latn-RS" sz="2200" b="0" u="none" spc="11" strike="noStrike">
                <a:solidFill>
                  <a:schemeClr val="dk1"/>
                </a:solidFill>
                <a:effectLst/>
                <a:uFillTx/>
                <a:latin typeface="Arial"/>
              </a:rPr>
              <a:t>Potrebno je odabrati jedan od pravaca realizacije unapređenja</a:t>
            </a:r>
            <a:endParaRPr lang="en-US" sz="2200" b="0" u="none" spc="11" strike="noStrike">
              <a:solidFill>
                <a:schemeClr val="dk1"/>
              </a:solidFill>
              <a:effectLst/>
              <a:uFillTx/>
              <a:latin typeface="Century Schoolbook"/>
            </a:endParaRPr>
          </a:p>
          <a:p>
            <a:pPr marL="182880" indent="-182880" defTabSz="914400">
              <a:lnSpc>
                <a:spcPct val="95000"/>
              </a:lnSpc>
              <a:spcBef>
                <a:spcPts val="1400"/>
              </a:spcBef>
              <a:spcAft>
                <a:spcPts val="201"/>
              </a:spcAft>
              <a:buClr>
                <a:srgbClr val="6f6f74"/>
              </a:buClr>
              <a:buSzPct val="80000"/>
              <a:buFont typeface="Arial"/>
              <a:buChar char="•"/>
            </a:pPr>
            <a:r>
              <a:rPr lang="sr-Latn-RS" sz="2200" b="0" u="none" spc="11" strike="noStrike">
                <a:solidFill>
                  <a:schemeClr val="dk1"/>
                </a:solidFill>
                <a:effectLst/>
                <a:uFillTx/>
                <a:latin typeface="Arial"/>
              </a:rPr>
              <a:t>Važno je uzeti u obzir zahteve korisnika, profesora, fakulteta…</a:t>
            </a:r>
            <a:endParaRPr lang="en-US" sz="2200" b="0" u="none" spc="11" strike="noStrike">
              <a:solidFill>
                <a:schemeClr val="dk1"/>
              </a:solidFill>
              <a:effectLst/>
              <a:uFillTx/>
              <a:latin typeface="Century Schoolbook"/>
            </a:endParaRPr>
          </a:p>
          <a:p>
            <a:pPr indent="0" defTabSz="914400">
              <a:lnSpc>
                <a:spcPct val="95000"/>
              </a:lnSpc>
              <a:spcBef>
                <a:spcPts val="1400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lang="en-US" sz="2200" b="0" u="none" spc="11" strike="noStrike">
              <a:solidFill>
                <a:schemeClr val="dk1"/>
              </a:solidFill>
              <a:effectLst/>
              <a:uFillTx/>
              <a:latin typeface="Century Schoolboo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1249560" y="3025800"/>
            <a:ext cx="9692280" cy="80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sr-Latn-RS" sz="4400" b="1" i="1" u="none" spc="-51" strike="noStrike">
                <a:solidFill>
                  <a:schemeClr val="dk1"/>
                </a:solidFill>
                <a:effectLst/>
                <a:uFillTx/>
                <a:latin typeface="Arial"/>
              </a:rPr>
              <a:t>Hvala na pažnji!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entury Schoolboo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 pitchFamily="0" charset="1"/>
        <a:ea typeface=""/>
        <a:cs typeface=""/>
      </a:majorFont>
      <a:minorFont>
        <a:latin typeface="Century Schoolbook" panose="02040604050505020304" pitchFamily="0" charset="1"/>
        <a:ea typeface=""/>
        <a:cs typeface=""/>
      </a:minorFont>
    </a:fontScheme>
    <a:fmtScheme>
      <a:fillStyleLst>
        <a:solidFill>
          <a:schemeClr val="phClr"/>
        </a:solidFill>
        <a:solidFill>
          <a:schemeClr val="phClr">
            <a:tint val="60000"/>
          </a:schemeClr>
        </a:solidFill>
        <a:solidFill>
          <a:schemeClr val="phClr">
            <a:shade val="75000"/>
          </a:schemeClr>
        </a:solidFill>
      </a:fillStyleLst>
      <a:lnStyleLst>
        <a:ln w="9525" cap="flat" cmpd="sng" algn="ctr">
          <a:prstDash val="solid"/>
        </a:ln>
        <a:ln w="13970" cap="flat" cmpd="sng" algn="ctr">
          <a:prstDash val="solid"/>
        </a:ln>
        <a:ln w="1714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4000"/>
                <a:shade val="98000"/>
                <a:lumMod val="102000"/>
              </a:schemeClr>
            </a:gs>
            <a:gs pos="100000">
              <a:schemeClr val="phClr">
                <a:tint val="98000"/>
                <a:shade val="78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35</TotalTime>
  <Application>LibreOffice/25.8.4.2$MacOSX_AARCH64 LibreOffice_project/290daaa01b999472f0c7a3890eb6a550fd74c6df</Application>
  <AppVersion>15.0000</AppVersion>
  <Words>295</Words>
  <Paragraphs>58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2026-01-23T10:25:57Z</dcterms:created>
  <dc:creator>Nikola Ristovski</dc:creator>
  <dc:description/>
  <dc:language>en-US</dc:language>
  <cp:lastModifiedBy/>
  <cp:lastPrinted>2026-01-23T13:23:10Z</cp:lastPrinted>
  <dcterms:modified xsi:type="dcterms:W3CDTF">2026-01-23T13:31:58Z</dcterms:modified>
  <cp:revision>11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11</vt:i4>
  </property>
</Properties>
</file>