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1" r:id="rId7"/>
    <p:sldId id="258" r:id="rId8"/>
    <p:sldId id="259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A13C4-ADFC-8A50-F993-47865BD80B3A}" v="2" dt="2024-12-24T21:04:53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 Menkovic" userId="S::filip.menkovic@elfak.rs::03f19e29-0ed9-4d3e-8f21-172b5b9f0673" providerId="AD" clId="Web-{BD0A13C4-ADFC-8A50-F993-47865BD80B3A}"/>
    <pc:docChg chg="modSld">
      <pc:chgData name="Filip Menkovic" userId="S::filip.menkovic@elfak.rs::03f19e29-0ed9-4d3e-8f21-172b5b9f0673" providerId="AD" clId="Web-{BD0A13C4-ADFC-8A50-F993-47865BD80B3A}" dt="2024-12-24T21:04:53.716" v="1" actId="20577"/>
      <pc:docMkLst>
        <pc:docMk/>
      </pc:docMkLst>
      <pc:sldChg chg="modSp">
        <pc:chgData name="Filip Menkovic" userId="S::filip.menkovic@elfak.rs::03f19e29-0ed9-4d3e-8f21-172b5b9f0673" providerId="AD" clId="Web-{BD0A13C4-ADFC-8A50-F993-47865BD80B3A}" dt="2024-12-24T21:04:53.716" v="1" actId="20577"/>
        <pc:sldMkLst>
          <pc:docMk/>
          <pc:sldMk cId="0" sldId="257"/>
        </pc:sldMkLst>
        <pc:spChg chg="mod">
          <ac:chgData name="Filip Menkovic" userId="S::filip.menkovic@elfak.rs::03f19e29-0ed9-4d3e-8f21-172b5b9f0673" providerId="AD" clId="Web-{BD0A13C4-ADFC-8A50-F993-47865BD80B3A}" dt="2024-12-24T21:04:53.716" v="1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Nikola Stanijevic" userId="S::nikolastanijevic@elfak.rs::6db64901-3a85-402f-ad63-04a90c8ab518" providerId="AD" clId="Web-{1786516B-E9CD-440B-BE56-D00CA8847657}"/>
    <pc:docChg chg="addSld delSld">
      <pc:chgData name="Nikola Stanijevic" userId="S::nikolastanijevic@elfak.rs::6db64901-3a85-402f-ad63-04a90c8ab518" providerId="AD" clId="Web-{1786516B-E9CD-440B-BE56-D00CA8847657}" dt="2024-10-15T18:04:25.045" v="1"/>
      <pc:docMkLst>
        <pc:docMk/>
      </pc:docMkLst>
      <pc:sldChg chg="add del">
        <pc:chgData name="Nikola Stanijevic" userId="S::nikolastanijevic@elfak.rs::6db64901-3a85-402f-ad63-04a90c8ab518" providerId="AD" clId="Web-{1786516B-E9CD-440B-BE56-D00CA8847657}" dt="2024-10-15T18:04:25.045" v="1"/>
        <pc:sldMkLst>
          <pc:docMk/>
          <pc:sldMk cId="0" sldId="263"/>
        </pc:sldMkLst>
      </pc:sldChg>
    </pc:docChg>
  </pc:docChgLst>
  <pc:docChgLst>
    <pc:chgData name="Aleksa Spasic" userId="S::spasic.aleksa@elfak.rs::63658a2e-30e9-4afb-ba99-e0a285df1ec5" providerId="AD" clId="Web-{7818A3F7-71F2-FE7C-3721-FD5928BB79F3}"/>
    <pc:docChg chg="modSld">
      <pc:chgData name="Aleksa Spasic" userId="S::spasic.aleksa@elfak.rs::63658a2e-30e9-4afb-ba99-e0a285df1ec5" providerId="AD" clId="Web-{7818A3F7-71F2-FE7C-3721-FD5928BB79F3}" dt="2024-11-01T08:16:13.148" v="10" actId="20577"/>
      <pc:docMkLst>
        <pc:docMk/>
      </pc:docMkLst>
      <pc:sldChg chg="modSp">
        <pc:chgData name="Aleksa Spasic" userId="S::spasic.aleksa@elfak.rs::63658a2e-30e9-4afb-ba99-e0a285df1ec5" providerId="AD" clId="Web-{7818A3F7-71F2-FE7C-3721-FD5928BB79F3}" dt="2024-11-01T08:16:13.148" v="10" actId="20577"/>
        <pc:sldMkLst>
          <pc:docMk/>
          <pc:sldMk cId="0" sldId="257"/>
        </pc:sldMkLst>
        <pc:spChg chg="mod">
          <ac:chgData name="Aleksa Spasic" userId="S::spasic.aleksa@elfak.rs::63658a2e-30e9-4afb-ba99-e0a285df1ec5" providerId="AD" clId="Web-{7818A3F7-71F2-FE7C-3721-FD5928BB79F3}" dt="2024-11-01T08:16:13.148" v="10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7CD8E40-B35F-415E-A65D-C89115924A27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842C8E5-8BED-4BD1-9D90-30744907A0C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981200"/>
            <a:ext cx="6172200" cy="1600200"/>
          </a:xfrm>
        </p:spPr>
        <p:txBody>
          <a:bodyPr>
            <a:normAutofit/>
          </a:bodyPr>
          <a:lstStyle/>
          <a:p>
            <a:pPr algn="ctr"/>
            <a:r>
              <a:rPr lang="en-US" sz="3600" i="1"/>
              <a:t>Faculty, modules, courses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4876800"/>
            <a:ext cx="6553200" cy="1498122"/>
          </a:xfrm>
        </p:spPr>
        <p:txBody>
          <a:bodyPr/>
          <a:lstStyle/>
          <a:p>
            <a:r>
              <a:rPr lang="en-US"/>
              <a:t>- </a:t>
            </a:r>
            <a:r>
              <a:rPr lang="en-US" sz="2800"/>
              <a:t>Presentations of professional/scientific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630362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solidFill>
                  <a:schemeClr val="tx2">
                    <a:lumMod val="50000"/>
                  </a:schemeClr>
                </a:solidFill>
              </a:rPr>
              <a:t>Our faculty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667000"/>
            <a:ext cx="7467600" cy="3806952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n-US" sz="3200" b="1">
                <a:solidFill>
                  <a:schemeClr val="tx2">
                    <a:lumMod val="50000"/>
                  </a:schemeClr>
                </a:solidFill>
              </a:rPr>
              <a:t>University of N</a:t>
            </a:r>
            <a:r>
              <a:rPr lang="sr-Latn-RS" sz="3200" b="1">
                <a:solidFill>
                  <a:schemeClr val="tx2">
                    <a:lumMod val="50000"/>
                  </a:schemeClr>
                </a:solidFill>
              </a:rPr>
              <a:t>iš, Serbia</a:t>
            </a:r>
          </a:p>
          <a:p>
            <a:pPr marL="0" indent="0">
              <a:buNone/>
            </a:pPr>
            <a:endParaRPr lang="sr-Latn-RS" sz="3200" b="1">
              <a:solidFill>
                <a:schemeClr val="tx2">
                  <a:lumMod val="50000"/>
                </a:schemeClr>
              </a:solidFill>
            </a:endParaRPr>
          </a:p>
          <a:p>
            <a:pPr>
              <a:buClr>
                <a:srgbClr val="FE8637"/>
              </a:buClr>
              <a:buNone/>
            </a:pPr>
            <a:endParaRPr lang="sr-Latn-RS" sz="3200" b="1">
              <a:solidFill>
                <a:srgbClr val="2C3036"/>
              </a:solidFill>
            </a:endParaRPr>
          </a:p>
          <a:p>
            <a:pPr lvl="2">
              <a:buChar char="§"/>
            </a:pPr>
            <a:r>
              <a:rPr lang="sr-Latn-RS" sz="2600" b="1">
                <a:solidFill>
                  <a:srgbClr val="C00000"/>
                </a:solidFill>
              </a:rPr>
              <a:t>Faculty of Electronic Engineering</a:t>
            </a:r>
            <a:endParaRPr lang="en-US" sz="2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Basic Academic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Electrical Engineering and Computer Studies</a:t>
            </a:r>
          </a:p>
          <a:p>
            <a:endParaRPr lang="en-US"/>
          </a:p>
          <a:p>
            <a:r>
              <a:rPr lang="en-US"/>
              <a:t>Title acquired upon completion:</a:t>
            </a:r>
          </a:p>
          <a:p>
            <a:pPr algn="ctr">
              <a:buNone/>
            </a:pPr>
            <a:r>
              <a:rPr lang="en-US"/>
              <a:t>	</a:t>
            </a:r>
            <a:r>
              <a:rPr lang="en-US" b="1">
                <a:solidFill>
                  <a:srgbClr val="C00000"/>
                </a:solidFill>
              </a:rPr>
              <a:t>Graduated Engineer of Electrical Engineering and Computer Science</a:t>
            </a:r>
          </a:p>
          <a:p>
            <a:pPr algn="ctr">
              <a:buNone/>
            </a:pPr>
            <a:endParaRPr lang="en-US" b="1">
              <a:solidFill>
                <a:srgbClr val="C00000"/>
              </a:solidFill>
            </a:endParaRPr>
          </a:p>
          <a:p>
            <a:pPr>
              <a:buFontTx/>
              <a:buChar char="-"/>
            </a:pPr>
            <a:r>
              <a:rPr lang="en-US" b="1"/>
              <a:t>Bachelor of Science – </a:t>
            </a:r>
            <a:r>
              <a:rPr lang="en-US" b="1" err="1"/>
              <a:t>BSci</a:t>
            </a:r>
            <a:endParaRPr lang="en-US" b="1"/>
          </a:p>
          <a:p>
            <a:pPr>
              <a:buFontTx/>
              <a:buChar char="-"/>
            </a:pPr>
            <a:endParaRPr lang="en-US" b="1"/>
          </a:p>
          <a:p>
            <a:pPr algn="ctr">
              <a:buNone/>
            </a:pPr>
            <a:endParaRPr lang="en-US" b="1">
              <a:solidFill>
                <a:srgbClr val="C00000"/>
              </a:solidFill>
            </a:endParaRPr>
          </a:p>
          <a:p>
            <a:pPr algn="just">
              <a:buNone/>
            </a:pPr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r-Latn-RS" sz="3200" b="1"/>
              <a:t>Modules</a:t>
            </a:r>
            <a:endParaRPr lang="en-US" sz="3200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7467600" cy="4492752"/>
          </a:xfrm>
        </p:spPr>
        <p:txBody>
          <a:bodyPr/>
          <a:lstStyle/>
          <a:p>
            <a:r>
              <a:rPr lang="en-US"/>
              <a:t>Electric Power Engineering</a:t>
            </a:r>
            <a:endParaRPr lang="sr-Latn-RS"/>
          </a:p>
          <a:p>
            <a:r>
              <a:rPr lang="en-US"/>
              <a:t>Electronic Components and Microsystems</a:t>
            </a:r>
            <a:endParaRPr lang="sr-Latn-RS"/>
          </a:p>
          <a:p>
            <a:r>
              <a:rPr lang="en-US"/>
              <a:t>Electronics and Microprocessor Technology</a:t>
            </a:r>
            <a:endParaRPr lang="sr-Latn-RS"/>
          </a:p>
          <a:p>
            <a:r>
              <a:rPr lang="en-US"/>
              <a:t>Computer Science and Informatics</a:t>
            </a:r>
            <a:endParaRPr lang="sr-Latn-RS"/>
          </a:p>
          <a:p>
            <a:r>
              <a:rPr lang="en-US"/>
              <a:t>Control Systems</a:t>
            </a:r>
            <a:endParaRPr lang="sr-Latn-RS"/>
          </a:p>
          <a:p>
            <a:r>
              <a:rPr lang="en-US"/>
              <a:t>Telecommunications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C</a:t>
            </a:r>
            <a:r>
              <a:rPr lang="sr-Latn-RS" b="1"/>
              <a:t>ourses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7467600" cy="4568952"/>
          </a:xfrm>
        </p:spPr>
        <p:txBody>
          <a:bodyPr>
            <a:normAutofit/>
          </a:bodyPr>
          <a:lstStyle/>
          <a:p>
            <a:r>
              <a:rPr lang="en-US" sz="2800"/>
              <a:t>C</a:t>
            </a:r>
            <a:r>
              <a:rPr lang="sr-Latn-RS" sz="2800"/>
              <a:t>ompulsory</a:t>
            </a:r>
            <a:r>
              <a:rPr lang="en-US" sz="2800"/>
              <a:t>/mandatory </a:t>
            </a:r>
          </a:p>
          <a:p>
            <a:r>
              <a:rPr lang="en-US" sz="2800"/>
              <a:t>Optional </a:t>
            </a:r>
          </a:p>
          <a:p>
            <a:pPr>
              <a:buNone/>
            </a:pPr>
            <a:endParaRPr lang="en-US" sz="2800"/>
          </a:p>
          <a:p>
            <a:r>
              <a:rPr lang="en-US" sz="2800"/>
              <a:t>Professional practice</a:t>
            </a:r>
          </a:p>
          <a:p>
            <a:r>
              <a:rPr lang="en-US" sz="2800"/>
              <a:t>Team project</a:t>
            </a:r>
          </a:p>
          <a:p>
            <a:pPr>
              <a:buNone/>
            </a:pPr>
            <a:endParaRPr lang="en-US" sz="2800"/>
          </a:p>
          <a:p>
            <a:r>
              <a:rPr lang="en-US" sz="2800"/>
              <a:t>Bachelor thesis (final paper)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Timetable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Make the timetable of courses for the current term (semester) for your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Presenting a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Structure your presentation according to this scheme:</a:t>
            </a:r>
          </a:p>
          <a:p>
            <a:endParaRPr lang="en-US"/>
          </a:p>
          <a:p>
            <a:r>
              <a:rPr lang="en-US"/>
              <a:t>Name the module, say what it is concerned with most broadly. </a:t>
            </a:r>
          </a:p>
          <a:p>
            <a:r>
              <a:rPr lang="en-US"/>
              <a:t>Enumerate most prominent scientific areas within it.</a:t>
            </a:r>
          </a:p>
          <a:p>
            <a:r>
              <a:rPr lang="en-US"/>
              <a:t>Explain in more details each of the listed areas.</a:t>
            </a:r>
          </a:p>
          <a:p>
            <a:r>
              <a:rPr lang="en-US"/>
              <a:t>Illustrate with actual application in industry. </a:t>
            </a:r>
          </a:p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f9e3d1a-cc95-4998-90e1-b3f75a4c15ea">
      <Terms xmlns="http://schemas.microsoft.com/office/infopath/2007/PartnerControls"/>
    </lcf76f155ced4ddcb4097134ff3c332f>
    <TaxCatchAll xmlns="9eae4e7b-3eeb-4906-b09d-5f5d6ba8b59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6DE9CBEC33815469C57F2B56138227D" ma:contentTypeVersion="11" ma:contentTypeDescription="Kreiraj novi dokument." ma:contentTypeScope="" ma:versionID="ba6d6e682e775fe4c0ff5b214768b0fd">
  <xsd:schema xmlns:xsd="http://www.w3.org/2001/XMLSchema" xmlns:xs="http://www.w3.org/2001/XMLSchema" xmlns:p="http://schemas.microsoft.com/office/2006/metadata/properties" xmlns:ns2="af9e3d1a-cc95-4998-90e1-b3f75a4c15ea" xmlns:ns3="9eae4e7b-3eeb-4906-b09d-5f5d6ba8b593" targetNamespace="http://schemas.microsoft.com/office/2006/metadata/properties" ma:root="true" ma:fieldsID="f0a215c268fa00a372eb7155593d72e5" ns2:_="" ns3:_="">
    <xsd:import namespace="af9e3d1a-cc95-4998-90e1-b3f75a4c15ea"/>
    <xsd:import namespace="9eae4e7b-3eeb-4906-b09d-5f5d6ba8b5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e3d1a-cc95-4998-90e1-b3f75a4c15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Oznake slika" ma:readOnly="false" ma:fieldId="{5cf76f15-5ced-4ddc-b409-7134ff3c332f}" ma:taxonomyMulti="true" ma:sspId="7af6a092-5060-4be4-85e7-89201abfb9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ae4e7b-3eeb-4906-b09d-5f5d6ba8b59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967da7-fa93-4c2f-b8b5-de67962aecdf}" ma:internalName="TaxCatchAll" ma:showField="CatchAllData" ma:web="9eae4e7b-3eeb-4906-b09d-5f5d6ba8b5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C9CF37-60F1-44CC-8B99-7C70E0054A53}">
  <ds:schemaRefs>
    <ds:schemaRef ds:uri="9eae4e7b-3eeb-4906-b09d-5f5d6ba8b593"/>
    <ds:schemaRef ds:uri="af9e3d1a-cc95-4998-90e1-b3f75a4c15e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BD222D6-1A65-4535-A647-9FBC583093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A45406-4562-4480-8078-60C1B5FB658D}">
  <ds:schemaRefs>
    <ds:schemaRef ds:uri="9eae4e7b-3eeb-4906-b09d-5f5d6ba8b593"/>
    <ds:schemaRef ds:uri="af9e3d1a-cc95-4998-90e1-b3f75a4c15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Application>Microsoft Office PowerPoint</Application>
  <PresentationFormat>On-screen Show (4:3)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Oriel</vt:lpstr>
      <vt:lpstr>Faculty, modules, courses </vt:lpstr>
      <vt:lpstr>Our faculty name</vt:lpstr>
      <vt:lpstr>Basic Academic Studies</vt:lpstr>
      <vt:lpstr>Modules</vt:lpstr>
      <vt:lpstr>Courses</vt:lpstr>
      <vt:lpstr>Timetable </vt:lpstr>
      <vt:lpstr>Presenting a module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Faculty, modules, courses</dc:title>
  <dc:creator>PC</dc:creator>
  <cp:revision>2</cp:revision>
  <dcterms:created xsi:type="dcterms:W3CDTF">2019-10-31T15:10:54Z</dcterms:created>
  <dcterms:modified xsi:type="dcterms:W3CDTF">2024-12-24T22:30:18Z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0x01010076DE9CBEC33815469C57F2B56138227D</vt:lpwstr>
  </property>
  <property fmtid="{D5CDD505-2E9C-101B-9397-08002B2CF9AE}" pid="3" name="MediaServiceImageTags">
    <vt:lpwstr/>
  </property>
</Properties>
</file>