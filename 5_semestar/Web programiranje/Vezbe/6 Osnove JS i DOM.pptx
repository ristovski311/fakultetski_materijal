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4"/>
  </p:sldMasterIdLst>
  <p:notesMasterIdLst>
    <p:notesMasterId r:id="rId50"/>
  </p:notesMasterIdLst>
  <p:sldIdLst>
    <p:sldId id="256" r:id="rId5"/>
    <p:sldId id="311" r:id="rId6"/>
    <p:sldId id="376" r:id="rId7"/>
    <p:sldId id="377" r:id="rId8"/>
    <p:sldId id="378" r:id="rId9"/>
    <p:sldId id="379" r:id="rId10"/>
    <p:sldId id="380" r:id="rId11"/>
    <p:sldId id="381" r:id="rId12"/>
    <p:sldId id="382" r:id="rId13"/>
    <p:sldId id="383" r:id="rId14"/>
    <p:sldId id="384" r:id="rId15"/>
    <p:sldId id="385" r:id="rId16"/>
    <p:sldId id="387" r:id="rId17"/>
    <p:sldId id="386" r:id="rId18"/>
    <p:sldId id="388" r:id="rId19"/>
    <p:sldId id="389" r:id="rId20"/>
    <p:sldId id="390" r:id="rId21"/>
    <p:sldId id="391" r:id="rId22"/>
    <p:sldId id="392" r:id="rId23"/>
    <p:sldId id="393" r:id="rId24"/>
    <p:sldId id="394" r:id="rId25"/>
    <p:sldId id="395" r:id="rId26"/>
    <p:sldId id="396" r:id="rId27"/>
    <p:sldId id="397" r:id="rId28"/>
    <p:sldId id="398" r:id="rId29"/>
    <p:sldId id="399" r:id="rId30"/>
    <p:sldId id="400" r:id="rId31"/>
    <p:sldId id="401" r:id="rId32"/>
    <p:sldId id="402" r:id="rId33"/>
    <p:sldId id="403" r:id="rId34"/>
    <p:sldId id="404" r:id="rId35"/>
    <p:sldId id="405" r:id="rId36"/>
    <p:sldId id="406" r:id="rId37"/>
    <p:sldId id="407" r:id="rId38"/>
    <p:sldId id="408" r:id="rId39"/>
    <p:sldId id="409" r:id="rId40"/>
    <p:sldId id="410" r:id="rId41"/>
    <p:sldId id="411" r:id="rId42"/>
    <p:sldId id="412" r:id="rId43"/>
    <p:sldId id="413" r:id="rId44"/>
    <p:sldId id="415" r:id="rId45"/>
    <p:sldId id="414" r:id="rId46"/>
    <p:sldId id="416" r:id="rId47"/>
    <p:sldId id="310" r:id="rId48"/>
    <p:sldId id="375" r:id="rId49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51"/>
      <p:bold r:id="rId52"/>
      <p:italic r:id="rId53"/>
      <p:boldItalic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A46"/>
    <a:srgbClr val="0031CC"/>
    <a:srgbClr val="054EE1"/>
    <a:srgbClr val="8E0000"/>
    <a:srgbClr val="A31515"/>
    <a:srgbClr val="9900FF"/>
    <a:srgbClr val="CC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1E2214B-EEA6-4F0E-851E-DA328E0D34B4}">
  <a:tblStyle styleId="{11E2214B-EEA6-4F0E-851E-DA328E0D34B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E44D3EF-30E0-43DB-A017-93B0B98886E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30" autoAdjust="0"/>
    <p:restoredTop sz="94660"/>
  </p:normalViewPr>
  <p:slideViewPr>
    <p:cSldViewPr snapToGrid="0">
      <p:cViewPr varScale="1">
        <p:scale>
          <a:sx n="81" d="100"/>
          <a:sy n="81" d="100"/>
        </p:scale>
        <p:origin x="90" y="1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3.fntdata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font" Target="fonts/font1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tina Nesic" userId="S::kristina.nesic@elfak.rs::bd848785-2377-48c9-9f41-3987462fbd59" providerId="AD" clId="Web-{694AA46C-78EF-49DA-8CD7-D55E7E8F1CFA}"/>
    <pc:docChg chg="sldOrd">
      <pc:chgData name="Kristina Nesic" userId="S::kristina.nesic@elfak.rs::bd848785-2377-48c9-9f41-3987462fbd59" providerId="AD" clId="Web-{694AA46C-78EF-49DA-8CD7-D55E7E8F1CFA}" dt="2024-01-06T19:04:47.727" v="0"/>
      <pc:docMkLst>
        <pc:docMk/>
      </pc:docMkLst>
      <pc:sldChg chg="ord">
        <pc:chgData name="Kristina Nesic" userId="S::kristina.nesic@elfak.rs::bd848785-2377-48c9-9f41-3987462fbd59" providerId="AD" clId="Web-{694AA46C-78EF-49DA-8CD7-D55E7E8F1CFA}" dt="2024-01-06T19:04:47.727" v="0"/>
        <pc:sldMkLst>
          <pc:docMk/>
          <pc:sldMk cId="2086452884" sldId="414"/>
        </pc:sldMkLst>
      </pc:sldChg>
    </pc:docChg>
  </pc:docChgLst>
  <pc:docChgLst>
    <pc:chgData name="Nevena C. Tufegdzic" userId="39fd384f-01ad-44eb-92a0-5e868a885691" providerId="ADAL" clId="{75EB6B45-6F5B-4C4A-9323-6392277062B8}"/>
    <pc:docChg chg="undo redo custSel addSld delSld modSld">
      <pc:chgData name="Nevena C. Tufegdzic" userId="39fd384f-01ad-44eb-92a0-5e868a885691" providerId="ADAL" clId="{75EB6B45-6F5B-4C4A-9323-6392277062B8}" dt="2023-11-16T10:25:49.868" v="5109" actId="404"/>
      <pc:docMkLst>
        <pc:docMk/>
      </pc:docMkLst>
      <pc:sldChg chg="addSp delSp modSp mod">
        <pc:chgData name="Nevena C. Tufegdzic" userId="39fd384f-01ad-44eb-92a0-5e868a885691" providerId="ADAL" clId="{75EB6B45-6F5B-4C4A-9323-6392277062B8}" dt="2023-11-14T09:58:47.312" v="77" actId="1076"/>
        <pc:sldMkLst>
          <pc:docMk/>
          <pc:sldMk cId="0" sldId="256"/>
        </pc:sldMkLst>
        <pc:spChg chg="mod">
          <ac:chgData name="Nevena C. Tufegdzic" userId="39fd384f-01ad-44eb-92a0-5e868a885691" providerId="ADAL" clId="{75EB6B45-6F5B-4C4A-9323-6392277062B8}" dt="2023-11-14T09:49:11.044" v="25" actId="1076"/>
          <ac:spMkLst>
            <pc:docMk/>
            <pc:sldMk cId="0" sldId="256"/>
            <ac:spMk id="338" creationId="{00000000-0000-0000-0000-000000000000}"/>
          </ac:spMkLst>
        </pc:spChg>
        <pc:picChg chg="add del mod">
          <ac:chgData name="Nevena C. Tufegdzic" userId="39fd384f-01ad-44eb-92a0-5e868a885691" providerId="ADAL" clId="{75EB6B45-6F5B-4C4A-9323-6392277062B8}" dt="2023-11-14T09:54:35.920" v="62" actId="478"/>
          <ac:picMkLst>
            <pc:docMk/>
            <pc:sldMk cId="0" sldId="256"/>
            <ac:picMk id="3" creationId="{1FE34343-C502-266F-0F88-0B16B6576A32}"/>
          </ac:picMkLst>
        </pc:picChg>
        <pc:picChg chg="add del mod">
          <ac:chgData name="Nevena C. Tufegdzic" userId="39fd384f-01ad-44eb-92a0-5e868a885691" providerId="ADAL" clId="{75EB6B45-6F5B-4C4A-9323-6392277062B8}" dt="2023-11-14T09:55:54.831" v="66" actId="478"/>
          <ac:picMkLst>
            <pc:docMk/>
            <pc:sldMk cId="0" sldId="256"/>
            <ac:picMk id="5" creationId="{78A8F6E3-6E1C-1B61-0DE9-737519501A89}"/>
          </ac:picMkLst>
        </pc:picChg>
        <pc:picChg chg="add del mod">
          <ac:chgData name="Nevena C. Tufegdzic" userId="39fd384f-01ad-44eb-92a0-5e868a885691" providerId="ADAL" clId="{75EB6B45-6F5B-4C4A-9323-6392277062B8}" dt="2023-11-14T09:58:10.418" v="75" actId="478"/>
          <ac:picMkLst>
            <pc:docMk/>
            <pc:sldMk cId="0" sldId="256"/>
            <ac:picMk id="7" creationId="{4F953274-4577-FCCE-B154-4CD68846A404}"/>
          </ac:picMkLst>
        </pc:picChg>
        <pc:picChg chg="add mod">
          <ac:chgData name="Nevena C. Tufegdzic" userId="39fd384f-01ad-44eb-92a0-5e868a885691" providerId="ADAL" clId="{75EB6B45-6F5B-4C4A-9323-6392277062B8}" dt="2023-11-14T09:58:47.312" v="77" actId="1076"/>
          <ac:picMkLst>
            <pc:docMk/>
            <pc:sldMk cId="0" sldId="256"/>
            <ac:picMk id="9" creationId="{64326FFE-DF1D-62F0-9553-C66CE2527AAC}"/>
          </ac:picMkLst>
        </pc:picChg>
        <pc:picChg chg="mod">
          <ac:chgData name="Nevena C. Tufegdzic" userId="39fd384f-01ad-44eb-92a0-5e868a885691" providerId="ADAL" clId="{75EB6B45-6F5B-4C4A-9323-6392277062B8}" dt="2023-11-14T09:58:47.312" v="77" actId="1076"/>
          <ac:picMkLst>
            <pc:docMk/>
            <pc:sldMk cId="0" sldId="256"/>
            <ac:picMk id="1028" creationId="{AF0E12AF-326D-D521-6E0A-F043A971F1F4}"/>
          </ac:picMkLst>
        </pc:picChg>
        <pc:picChg chg="mod">
          <ac:chgData name="Nevena C. Tufegdzic" userId="39fd384f-01ad-44eb-92a0-5e868a885691" providerId="ADAL" clId="{75EB6B45-6F5B-4C4A-9323-6392277062B8}" dt="2023-11-14T09:58:47.312" v="77" actId="1076"/>
          <ac:picMkLst>
            <pc:docMk/>
            <pc:sldMk cId="0" sldId="256"/>
            <ac:picMk id="1030" creationId="{F02610BB-162E-CB67-2268-E5A05A13D5F7}"/>
          </ac:picMkLst>
        </pc:picChg>
      </pc:sldChg>
      <pc:sldChg chg="modSp mod">
        <pc:chgData name="Nevena C. Tufegdzic" userId="39fd384f-01ad-44eb-92a0-5e868a885691" providerId="ADAL" clId="{75EB6B45-6F5B-4C4A-9323-6392277062B8}" dt="2023-11-14T10:13:16.934" v="1348"/>
        <pc:sldMkLst>
          <pc:docMk/>
          <pc:sldMk cId="2913955906" sldId="310"/>
        </pc:sldMkLst>
        <pc:spChg chg="mod">
          <ac:chgData name="Nevena C. Tufegdzic" userId="39fd384f-01ad-44eb-92a0-5e868a885691" providerId="ADAL" clId="{75EB6B45-6F5B-4C4A-9323-6392277062B8}" dt="2023-11-14T09:53:17.366" v="60" actId="20577"/>
          <ac:spMkLst>
            <pc:docMk/>
            <pc:sldMk cId="2913955906" sldId="310"/>
            <ac:spMk id="2" creationId="{E5B5D06E-E05D-44A9-AC59-1F622D40C22E}"/>
          </ac:spMkLst>
        </pc:spChg>
        <pc:spChg chg="mod">
          <ac:chgData name="Nevena C. Tufegdzic" userId="39fd384f-01ad-44eb-92a0-5e868a885691" providerId="ADAL" clId="{75EB6B45-6F5B-4C4A-9323-6392277062B8}" dt="2023-11-14T10:13:16.934" v="1348"/>
          <ac:spMkLst>
            <pc:docMk/>
            <pc:sldMk cId="2913955906" sldId="310"/>
            <ac:spMk id="3" creationId="{B06A177C-B474-5BE3-8167-42371BB2E444}"/>
          </ac:spMkLst>
        </pc:spChg>
      </pc:sldChg>
      <pc:sldChg chg="modSp mod">
        <pc:chgData name="Nevena C. Tufegdzic" userId="39fd384f-01ad-44eb-92a0-5e868a885691" providerId="ADAL" clId="{75EB6B45-6F5B-4C4A-9323-6392277062B8}" dt="2023-11-14T10:01:46.128" v="588" actId="1076"/>
        <pc:sldMkLst>
          <pc:docMk/>
          <pc:sldMk cId="413156497" sldId="311"/>
        </pc:sldMkLst>
        <pc:spChg chg="mod">
          <ac:chgData name="Nevena C. Tufegdzic" userId="39fd384f-01ad-44eb-92a0-5e868a885691" providerId="ADAL" clId="{75EB6B45-6F5B-4C4A-9323-6392277062B8}" dt="2023-11-14T09:52:59.911" v="44" actId="20577"/>
          <ac:spMkLst>
            <pc:docMk/>
            <pc:sldMk cId="413156497" sldId="311"/>
            <ac:spMk id="2" creationId="{780F5DC7-2FFF-B199-31B5-A2AEFEFB622C}"/>
          </ac:spMkLst>
        </pc:spChg>
        <pc:spChg chg="mod">
          <ac:chgData name="Nevena C. Tufegdzic" userId="39fd384f-01ad-44eb-92a0-5e868a885691" providerId="ADAL" clId="{75EB6B45-6F5B-4C4A-9323-6392277062B8}" dt="2023-11-14T10:01:46.128" v="588" actId="1076"/>
          <ac:spMkLst>
            <pc:docMk/>
            <pc:sldMk cId="413156497" sldId="311"/>
            <ac:spMk id="3" creationId="{B06A177C-B474-5BE3-8167-42371BB2E444}"/>
          </ac:spMkLst>
        </pc:spChg>
        <pc:spChg chg="mod">
          <ac:chgData name="Nevena C. Tufegdzic" userId="39fd384f-01ad-44eb-92a0-5e868a885691" providerId="ADAL" clId="{75EB6B45-6F5B-4C4A-9323-6392277062B8}" dt="2023-11-14T09:59:13.213" v="93" actId="20577"/>
          <ac:spMkLst>
            <pc:docMk/>
            <pc:sldMk cId="413156497" sldId="311"/>
            <ac:spMk id="2294" creationId="{00000000-0000-0000-0000-000000000000}"/>
          </ac:spMkLst>
        </pc:spChg>
      </pc:sldChg>
      <pc:sldChg chg="del">
        <pc:chgData name="Nevena C. Tufegdzic" userId="39fd384f-01ad-44eb-92a0-5e868a885691" providerId="ADAL" clId="{75EB6B45-6F5B-4C4A-9323-6392277062B8}" dt="2023-11-14T09:53:10.414" v="45" actId="47"/>
        <pc:sldMkLst>
          <pc:docMk/>
          <pc:sldMk cId="191439380" sldId="376"/>
        </pc:sldMkLst>
      </pc:sldChg>
      <pc:sldChg chg="modSp add mod">
        <pc:chgData name="Nevena C. Tufegdzic" userId="39fd384f-01ad-44eb-92a0-5e868a885691" providerId="ADAL" clId="{75EB6B45-6F5B-4C4A-9323-6392277062B8}" dt="2023-11-14T10:04:12.477" v="1013" actId="114"/>
        <pc:sldMkLst>
          <pc:docMk/>
          <pc:sldMk cId="250120529" sldId="376"/>
        </pc:sldMkLst>
        <pc:spChg chg="mod">
          <ac:chgData name="Nevena C. Tufegdzic" userId="39fd384f-01ad-44eb-92a0-5e868a885691" providerId="ADAL" clId="{75EB6B45-6F5B-4C4A-9323-6392277062B8}" dt="2023-11-14T10:04:12.477" v="1013" actId="114"/>
          <ac:spMkLst>
            <pc:docMk/>
            <pc:sldMk cId="250120529" sldId="376"/>
            <ac:spMk id="3" creationId="{B06A177C-B474-5BE3-8167-42371BB2E444}"/>
          </ac:spMkLst>
        </pc:spChg>
      </pc:sldChg>
      <pc:sldChg chg="del">
        <pc:chgData name="Nevena C. Tufegdzic" userId="39fd384f-01ad-44eb-92a0-5e868a885691" providerId="ADAL" clId="{75EB6B45-6F5B-4C4A-9323-6392277062B8}" dt="2023-11-14T09:53:10.414" v="45" actId="47"/>
        <pc:sldMkLst>
          <pc:docMk/>
          <pc:sldMk cId="987221101" sldId="377"/>
        </pc:sldMkLst>
      </pc:sldChg>
      <pc:sldChg chg="modSp add mod">
        <pc:chgData name="Nevena C. Tufegdzic" userId="39fd384f-01ad-44eb-92a0-5e868a885691" providerId="ADAL" clId="{75EB6B45-6F5B-4C4A-9323-6392277062B8}" dt="2023-11-14T10:12:40.530" v="1345" actId="1076"/>
        <pc:sldMkLst>
          <pc:docMk/>
          <pc:sldMk cId="4285147153" sldId="377"/>
        </pc:sldMkLst>
        <pc:spChg chg="mod">
          <ac:chgData name="Nevena C. Tufegdzic" userId="39fd384f-01ad-44eb-92a0-5e868a885691" providerId="ADAL" clId="{75EB6B45-6F5B-4C4A-9323-6392277062B8}" dt="2023-11-14T10:12:40.530" v="1345" actId="1076"/>
          <ac:spMkLst>
            <pc:docMk/>
            <pc:sldMk cId="4285147153" sldId="377"/>
            <ac:spMk id="3" creationId="{B06A177C-B474-5BE3-8167-42371BB2E444}"/>
          </ac:spMkLst>
        </pc:spChg>
        <pc:spChg chg="mod">
          <ac:chgData name="Nevena C. Tufegdzic" userId="39fd384f-01ad-44eb-92a0-5e868a885691" providerId="ADAL" clId="{75EB6B45-6F5B-4C4A-9323-6392277062B8}" dt="2023-11-14T10:06:37.623" v="1027" actId="20577"/>
          <ac:spMkLst>
            <pc:docMk/>
            <pc:sldMk cId="4285147153" sldId="377"/>
            <ac:spMk id="2294" creationId="{00000000-0000-0000-0000-000000000000}"/>
          </ac:spMkLst>
        </pc:spChg>
      </pc:sldChg>
      <pc:sldChg chg="del">
        <pc:chgData name="Nevena C. Tufegdzic" userId="39fd384f-01ad-44eb-92a0-5e868a885691" providerId="ADAL" clId="{75EB6B45-6F5B-4C4A-9323-6392277062B8}" dt="2023-11-14T09:53:10.414" v="45" actId="47"/>
        <pc:sldMkLst>
          <pc:docMk/>
          <pc:sldMk cId="1640942441" sldId="378"/>
        </pc:sldMkLst>
      </pc:sldChg>
      <pc:sldChg chg="modSp add mod">
        <pc:chgData name="Nevena C. Tufegdzic" userId="39fd384f-01ad-44eb-92a0-5e868a885691" providerId="ADAL" clId="{75EB6B45-6F5B-4C4A-9323-6392277062B8}" dt="2023-11-14T10:28:38.355" v="1955" actId="113"/>
        <pc:sldMkLst>
          <pc:docMk/>
          <pc:sldMk cId="3355949815" sldId="378"/>
        </pc:sldMkLst>
        <pc:spChg chg="mod">
          <ac:chgData name="Nevena C. Tufegdzic" userId="39fd384f-01ad-44eb-92a0-5e868a885691" providerId="ADAL" clId="{75EB6B45-6F5B-4C4A-9323-6392277062B8}" dt="2023-11-14T10:28:38.355" v="1955" actId="113"/>
          <ac:spMkLst>
            <pc:docMk/>
            <pc:sldMk cId="3355949815" sldId="378"/>
            <ac:spMk id="3" creationId="{B06A177C-B474-5BE3-8167-42371BB2E444}"/>
          </ac:spMkLst>
        </pc:spChg>
        <pc:spChg chg="mod">
          <ac:chgData name="Nevena C. Tufegdzic" userId="39fd384f-01ad-44eb-92a0-5e868a885691" providerId="ADAL" clId="{75EB6B45-6F5B-4C4A-9323-6392277062B8}" dt="2023-11-14T10:28:30.166" v="1953" actId="1076"/>
          <ac:spMkLst>
            <pc:docMk/>
            <pc:sldMk cId="3355949815" sldId="378"/>
            <ac:spMk id="2294" creationId="{00000000-0000-0000-0000-000000000000}"/>
          </ac:spMkLst>
        </pc:spChg>
      </pc:sldChg>
      <pc:sldChg chg="del">
        <pc:chgData name="Nevena C. Tufegdzic" userId="39fd384f-01ad-44eb-92a0-5e868a885691" providerId="ADAL" clId="{75EB6B45-6F5B-4C4A-9323-6392277062B8}" dt="2023-11-14T09:53:10.414" v="45" actId="47"/>
        <pc:sldMkLst>
          <pc:docMk/>
          <pc:sldMk cId="2944854407" sldId="379"/>
        </pc:sldMkLst>
      </pc:sldChg>
      <pc:sldChg chg="modSp add mod">
        <pc:chgData name="Nevena C. Tufegdzic" userId="39fd384f-01ad-44eb-92a0-5e868a885691" providerId="ADAL" clId="{75EB6B45-6F5B-4C4A-9323-6392277062B8}" dt="2023-11-14T10:35:08.379" v="2454" actId="20577"/>
        <pc:sldMkLst>
          <pc:docMk/>
          <pc:sldMk cId="4164385195" sldId="379"/>
        </pc:sldMkLst>
        <pc:spChg chg="mod">
          <ac:chgData name="Nevena C. Tufegdzic" userId="39fd384f-01ad-44eb-92a0-5e868a885691" providerId="ADAL" clId="{75EB6B45-6F5B-4C4A-9323-6392277062B8}" dt="2023-11-14T10:35:08.379" v="2454" actId="20577"/>
          <ac:spMkLst>
            <pc:docMk/>
            <pc:sldMk cId="4164385195" sldId="379"/>
            <ac:spMk id="3" creationId="{B06A177C-B474-5BE3-8167-42371BB2E444}"/>
          </ac:spMkLst>
        </pc:spChg>
        <pc:spChg chg="mod">
          <ac:chgData name="Nevena C. Tufegdzic" userId="39fd384f-01ad-44eb-92a0-5e868a885691" providerId="ADAL" clId="{75EB6B45-6F5B-4C4A-9323-6392277062B8}" dt="2023-11-14T10:34:19.185" v="2432" actId="20577"/>
          <ac:spMkLst>
            <pc:docMk/>
            <pc:sldMk cId="4164385195" sldId="379"/>
            <ac:spMk id="2294" creationId="{00000000-0000-0000-0000-000000000000}"/>
          </ac:spMkLst>
        </pc:spChg>
      </pc:sldChg>
      <pc:sldChg chg="addSp delSp modSp add mod">
        <pc:chgData name="Nevena C. Tufegdzic" userId="39fd384f-01ad-44eb-92a0-5e868a885691" providerId="ADAL" clId="{75EB6B45-6F5B-4C4A-9323-6392277062B8}" dt="2023-11-14T10:53:42.353" v="2747" actId="22"/>
        <pc:sldMkLst>
          <pc:docMk/>
          <pc:sldMk cId="2871689920" sldId="380"/>
        </pc:sldMkLst>
        <pc:spChg chg="mod">
          <ac:chgData name="Nevena C. Tufegdzic" userId="39fd384f-01ad-44eb-92a0-5e868a885691" providerId="ADAL" clId="{75EB6B45-6F5B-4C4A-9323-6392277062B8}" dt="2023-11-14T10:37:33.565" v="2745" actId="20577"/>
          <ac:spMkLst>
            <pc:docMk/>
            <pc:sldMk cId="2871689920" sldId="380"/>
            <ac:spMk id="3" creationId="{B06A177C-B474-5BE3-8167-42371BB2E444}"/>
          </ac:spMkLst>
        </pc:spChg>
        <pc:spChg chg="add del">
          <ac:chgData name="Nevena C. Tufegdzic" userId="39fd384f-01ad-44eb-92a0-5e868a885691" providerId="ADAL" clId="{75EB6B45-6F5B-4C4A-9323-6392277062B8}" dt="2023-11-14T10:53:42.353" v="2747" actId="22"/>
          <ac:spMkLst>
            <pc:docMk/>
            <pc:sldMk cId="2871689920" sldId="380"/>
            <ac:spMk id="5" creationId="{E84E9700-8D2B-E22C-82D0-71CD19377A1E}"/>
          </ac:spMkLst>
        </pc:spChg>
      </pc:sldChg>
      <pc:sldChg chg="del">
        <pc:chgData name="Nevena C. Tufegdzic" userId="39fd384f-01ad-44eb-92a0-5e868a885691" providerId="ADAL" clId="{75EB6B45-6F5B-4C4A-9323-6392277062B8}" dt="2023-11-14T09:53:10.414" v="45" actId="47"/>
        <pc:sldMkLst>
          <pc:docMk/>
          <pc:sldMk cId="3284182501" sldId="380"/>
        </pc:sldMkLst>
      </pc:sldChg>
      <pc:sldChg chg="del">
        <pc:chgData name="Nevena C. Tufegdzic" userId="39fd384f-01ad-44eb-92a0-5e868a885691" providerId="ADAL" clId="{75EB6B45-6F5B-4C4A-9323-6392277062B8}" dt="2023-11-14T09:53:10.414" v="45" actId="47"/>
        <pc:sldMkLst>
          <pc:docMk/>
          <pc:sldMk cId="1123804434" sldId="381"/>
        </pc:sldMkLst>
      </pc:sldChg>
      <pc:sldChg chg="modSp add mod">
        <pc:chgData name="Nevena C. Tufegdzic" userId="39fd384f-01ad-44eb-92a0-5e868a885691" providerId="ADAL" clId="{75EB6B45-6F5B-4C4A-9323-6392277062B8}" dt="2023-11-14T11:01:36.789" v="3202" actId="20577"/>
        <pc:sldMkLst>
          <pc:docMk/>
          <pc:sldMk cId="2383065112" sldId="381"/>
        </pc:sldMkLst>
        <pc:spChg chg="mod">
          <ac:chgData name="Nevena C. Tufegdzic" userId="39fd384f-01ad-44eb-92a0-5e868a885691" providerId="ADAL" clId="{75EB6B45-6F5B-4C4A-9323-6392277062B8}" dt="2023-11-14T11:01:36.789" v="3202" actId="20577"/>
          <ac:spMkLst>
            <pc:docMk/>
            <pc:sldMk cId="2383065112" sldId="381"/>
            <ac:spMk id="3" creationId="{B06A177C-B474-5BE3-8167-42371BB2E444}"/>
          </ac:spMkLst>
        </pc:spChg>
        <pc:spChg chg="mod">
          <ac:chgData name="Nevena C. Tufegdzic" userId="39fd384f-01ad-44eb-92a0-5e868a885691" providerId="ADAL" clId="{75EB6B45-6F5B-4C4A-9323-6392277062B8}" dt="2023-11-14T10:53:50.686" v="2762" actId="20577"/>
          <ac:spMkLst>
            <pc:docMk/>
            <pc:sldMk cId="2383065112" sldId="381"/>
            <ac:spMk id="2294" creationId="{00000000-0000-0000-0000-000000000000}"/>
          </ac:spMkLst>
        </pc:spChg>
      </pc:sldChg>
      <pc:sldChg chg="modSp add mod">
        <pc:chgData name="Nevena C. Tufegdzic" userId="39fd384f-01ad-44eb-92a0-5e868a885691" providerId="ADAL" clId="{75EB6B45-6F5B-4C4A-9323-6392277062B8}" dt="2023-11-14T11:04:45.584" v="3702" actId="20577"/>
        <pc:sldMkLst>
          <pc:docMk/>
          <pc:sldMk cId="1565286775" sldId="382"/>
        </pc:sldMkLst>
        <pc:spChg chg="mod">
          <ac:chgData name="Nevena C. Tufegdzic" userId="39fd384f-01ad-44eb-92a0-5e868a885691" providerId="ADAL" clId="{75EB6B45-6F5B-4C4A-9323-6392277062B8}" dt="2023-11-14T11:04:45.584" v="3702" actId="20577"/>
          <ac:spMkLst>
            <pc:docMk/>
            <pc:sldMk cId="1565286775" sldId="382"/>
            <ac:spMk id="3" creationId="{B06A177C-B474-5BE3-8167-42371BB2E444}"/>
          </ac:spMkLst>
        </pc:spChg>
      </pc:sldChg>
      <pc:sldChg chg="del">
        <pc:chgData name="Nevena C. Tufegdzic" userId="39fd384f-01ad-44eb-92a0-5e868a885691" providerId="ADAL" clId="{75EB6B45-6F5B-4C4A-9323-6392277062B8}" dt="2023-11-14T09:53:10.414" v="45" actId="47"/>
        <pc:sldMkLst>
          <pc:docMk/>
          <pc:sldMk cId="3515662713" sldId="382"/>
        </pc:sldMkLst>
      </pc:sldChg>
      <pc:sldChg chg="modSp add mod">
        <pc:chgData name="Nevena C. Tufegdzic" userId="39fd384f-01ad-44eb-92a0-5e868a885691" providerId="ADAL" clId="{75EB6B45-6F5B-4C4A-9323-6392277062B8}" dt="2023-11-14T11:07:12.083" v="3738" actId="113"/>
        <pc:sldMkLst>
          <pc:docMk/>
          <pc:sldMk cId="100687012" sldId="383"/>
        </pc:sldMkLst>
        <pc:spChg chg="mod">
          <ac:chgData name="Nevena C. Tufegdzic" userId="39fd384f-01ad-44eb-92a0-5e868a885691" providerId="ADAL" clId="{75EB6B45-6F5B-4C4A-9323-6392277062B8}" dt="2023-11-14T11:07:12.083" v="3738" actId="113"/>
          <ac:spMkLst>
            <pc:docMk/>
            <pc:sldMk cId="100687012" sldId="383"/>
            <ac:spMk id="3" creationId="{B06A177C-B474-5BE3-8167-42371BB2E444}"/>
          </ac:spMkLst>
        </pc:spChg>
        <pc:spChg chg="mod">
          <ac:chgData name="Nevena C. Tufegdzic" userId="39fd384f-01ad-44eb-92a0-5e868a885691" providerId="ADAL" clId="{75EB6B45-6F5B-4C4A-9323-6392277062B8}" dt="2023-11-14T11:05:21.994" v="3726" actId="20577"/>
          <ac:spMkLst>
            <pc:docMk/>
            <pc:sldMk cId="100687012" sldId="383"/>
            <ac:spMk id="2294" creationId="{00000000-0000-0000-0000-000000000000}"/>
          </ac:spMkLst>
        </pc:spChg>
      </pc:sldChg>
      <pc:sldChg chg="del">
        <pc:chgData name="Nevena C. Tufegdzic" userId="39fd384f-01ad-44eb-92a0-5e868a885691" providerId="ADAL" clId="{75EB6B45-6F5B-4C4A-9323-6392277062B8}" dt="2023-11-14T09:53:10.414" v="45" actId="47"/>
        <pc:sldMkLst>
          <pc:docMk/>
          <pc:sldMk cId="3800714009" sldId="383"/>
        </pc:sldMkLst>
      </pc:sldChg>
      <pc:sldChg chg="del">
        <pc:chgData name="Nevena C. Tufegdzic" userId="39fd384f-01ad-44eb-92a0-5e868a885691" providerId="ADAL" clId="{75EB6B45-6F5B-4C4A-9323-6392277062B8}" dt="2023-11-14T09:53:10.414" v="45" actId="47"/>
        <pc:sldMkLst>
          <pc:docMk/>
          <pc:sldMk cId="568350470" sldId="384"/>
        </pc:sldMkLst>
      </pc:sldChg>
      <pc:sldChg chg="del">
        <pc:chgData name="Nevena C. Tufegdzic" userId="39fd384f-01ad-44eb-92a0-5e868a885691" providerId="ADAL" clId="{75EB6B45-6F5B-4C4A-9323-6392277062B8}" dt="2023-11-14T09:53:10.414" v="45" actId="47"/>
        <pc:sldMkLst>
          <pc:docMk/>
          <pc:sldMk cId="2264815399" sldId="385"/>
        </pc:sldMkLst>
      </pc:sldChg>
      <pc:sldChg chg="addSp modSp mod">
        <pc:chgData name="Nevena C. Tufegdzic" userId="39fd384f-01ad-44eb-92a0-5e868a885691" providerId="ADAL" clId="{75EB6B45-6F5B-4C4A-9323-6392277062B8}" dt="2023-11-15T12:02:17.508" v="3811" actId="20577"/>
        <pc:sldMkLst>
          <pc:docMk/>
          <pc:sldMk cId="4040384438" sldId="385"/>
        </pc:sldMkLst>
        <pc:spChg chg="mod">
          <ac:chgData name="Nevena C. Tufegdzic" userId="39fd384f-01ad-44eb-92a0-5e868a885691" providerId="ADAL" clId="{75EB6B45-6F5B-4C4A-9323-6392277062B8}" dt="2023-11-15T11:58:23.872" v="3748" actId="1076"/>
          <ac:spMkLst>
            <pc:docMk/>
            <pc:sldMk cId="4040384438" sldId="385"/>
            <ac:spMk id="6" creationId="{9D3D470E-6602-B361-7BD4-30AFE0F8A5F1}"/>
          </ac:spMkLst>
        </pc:spChg>
        <pc:spChg chg="add mod">
          <ac:chgData name="Nevena C. Tufegdzic" userId="39fd384f-01ad-44eb-92a0-5e868a885691" providerId="ADAL" clId="{75EB6B45-6F5B-4C4A-9323-6392277062B8}" dt="2023-11-15T11:58:49.076" v="3749" actId="1076"/>
          <ac:spMkLst>
            <pc:docMk/>
            <pc:sldMk cId="4040384438" sldId="385"/>
            <ac:spMk id="7" creationId="{19D170E2-1218-38E5-4591-D16EC49A9563}"/>
          </ac:spMkLst>
        </pc:spChg>
        <pc:spChg chg="mod">
          <ac:chgData name="Nevena C. Tufegdzic" userId="39fd384f-01ad-44eb-92a0-5e868a885691" providerId="ADAL" clId="{75EB6B45-6F5B-4C4A-9323-6392277062B8}" dt="2023-11-15T12:02:17.508" v="3811" actId="20577"/>
          <ac:spMkLst>
            <pc:docMk/>
            <pc:sldMk cId="4040384438" sldId="385"/>
            <ac:spMk id="2294" creationId="{00000000-0000-0000-0000-000000000000}"/>
          </ac:spMkLst>
        </pc:spChg>
      </pc:sldChg>
      <pc:sldChg chg="del">
        <pc:chgData name="Nevena C. Tufegdzic" userId="39fd384f-01ad-44eb-92a0-5e868a885691" providerId="ADAL" clId="{75EB6B45-6F5B-4C4A-9323-6392277062B8}" dt="2023-11-14T09:53:10.414" v="45" actId="47"/>
        <pc:sldMkLst>
          <pc:docMk/>
          <pc:sldMk cId="1230539783" sldId="386"/>
        </pc:sldMkLst>
      </pc:sldChg>
      <pc:sldChg chg="addSp delSp modSp add mod">
        <pc:chgData name="Nevena C. Tufegdzic" userId="39fd384f-01ad-44eb-92a0-5e868a885691" providerId="ADAL" clId="{75EB6B45-6F5B-4C4A-9323-6392277062B8}" dt="2023-11-15T12:03:05.259" v="3813" actId="478"/>
        <pc:sldMkLst>
          <pc:docMk/>
          <pc:sldMk cId="1245798156" sldId="386"/>
        </pc:sldMkLst>
        <pc:spChg chg="mod">
          <ac:chgData name="Nevena C. Tufegdzic" userId="39fd384f-01ad-44eb-92a0-5e868a885691" providerId="ADAL" clId="{75EB6B45-6F5B-4C4A-9323-6392277062B8}" dt="2023-11-15T12:01:05.449" v="3778" actId="403"/>
          <ac:spMkLst>
            <pc:docMk/>
            <pc:sldMk cId="1245798156" sldId="386"/>
            <ac:spMk id="3" creationId="{B06A177C-B474-5BE3-8167-42371BB2E444}"/>
          </ac:spMkLst>
        </pc:spChg>
        <pc:spChg chg="del">
          <ac:chgData name="Nevena C. Tufegdzic" userId="39fd384f-01ad-44eb-92a0-5e868a885691" providerId="ADAL" clId="{75EB6B45-6F5B-4C4A-9323-6392277062B8}" dt="2023-11-15T12:00:51.860" v="3771" actId="478"/>
          <ac:spMkLst>
            <pc:docMk/>
            <pc:sldMk cId="1245798156" sldId="386"/>
            <ac:spMk id="4" creationId="{18359703-901F-6E43-1191-E8EF1AC92629}"/>
          </ac:spMkLst>
        </pc:spChg>
        <pc:spChg chg="del">
          <ac:chgData name="Nevena C. Tufegdzic" userId="39fd384f-01ad-44eb-92a0-5e868a885691" providerId="ADAL" clId="{75EB6B45-6F5B-4C4A-9323-6392277062B8}" dt="2023-11-15T12:00:53.149" v="3772" actId="478"/>
          <ac:spMkLst>
            <pc:docMk/>
            <pc:sldMk cId="1245798156" sldId="386"/>
            <ac:spMk id="5" creationId="{C059493E-B379-12A8-EA47-9A927010BACE}"/>
          </ac:spMkLst>
        </pc:spChg>
        <pc:spChg chg="del">
          <ac:chgData name="Nevena C. Tufegdzic" userId="39fd384f-01ad-44eb-92a0-5e868a885691" providerId="ADAL" clId="{75EB6B45-6F5B-4C4A-9323-6392277062B8}" dt="2023-11-15T12:00:37.847" v="3769" actId="478"/>
          <ac:spMkLst>
            <pc:docMk/>
            <pc:sldMk cId="1245798156" sldId="386"/>
            <ac:spMk id="6" creationId="{9D3D470E-6602-B361-7BD4-30AFE0F8A5F1}"/>
          </ac:spMkLst>
        </pc:spChg>
        <pc:spChg chg="del">
          <ac:chgData name="Nevena C. Tufegdzic" userId="39fd384f-01ad-44eb-92a0-5e868a885691" providerId="ADAL" clId="{75EB6B45-6F5B-4C4A-9323-6392277062B8}" dt="2023-11-15T12:00:39.011" v="3770" actId="478"/>
          <ac:spMkLst>
            <pc:docMk/>
            <pc:sldMk cId="1245798156" sldId="386"/>
            <ac:spMk id="7" creationId="{19D170E2-1218-38E5-4591-D16EC49A9563}"/>
          </ac:spMkLst>
        </pc:spChg>
        <pc:spChg chg="add del">
          <ac:chgData name="Nevena C. Tufegdzic" userId="39fd384f-01ad-44eb-92a0-5e868a885691" providerId="ADAL" clId="{75EB6B45-6F5B-4C4A-9323-6392277062B8}" dt="2023-11-15T12:03:05.259" v="3813" actId="478"/>
          <ac:spMkLst>
            <pc:docMk/>
            <pc:sldMk cId="1245798156" sldId="386"/>
            <ac:spMk id="9" creationId="{C4A53C0D-6CB5-BE4F-F63C-51145F43D23C}"/>
          </ac:spMkLst>
        </pc:spChg>
        <pc:spChg chg="mod">
          <ac:chgData name="Nevena C. Tufegdzic" userId="39fd384f-01ad-44eb-92a0-5e868a885691" providerId="ADAL" clId="{75EB6B45-6F5B-4C4A-9323-6392277062B8}" dt="2023-11-15T12:00:18.639" v="3768" actId="20577"/>
          <ac:spMkLst>
            <pc:docMk/>
            <pc:sldMk cId="1245798156" sldId="386"/>
            <ac:spMk id="2294" creationId="{00000000-0000-0000-0000-000000000000}"/>
          </ac:spMkLst>
        </pc:spChg>
      </pc:sldChg>
      <pc:sldChg chg="modSp add mod">
        <pc:chgData name="Nevena C. Tufegdzic" userId="39fd384f-01ad-44eb-92a0-5e868a885691" providerId="ADAL" clId="{75EB6B45-6F5B-4C4A-9323-6392277062B8}" dt="2023-11-15T12:01:52.588" v="3795" actId="114"/>
        <pc:sldMkLst>
          <pc:docMk/>
          <pc:sldMk cId="2457807344" sldId="387"/>
        </pc:sldMkLst>
        <pc:spChg chg="mod">
          <ac:chgData name="Nevena C. Tufegdzic" userId="39fd384f-01ad-44eb-92a0-5e868a885691" providerId="ADAL" clId="{75EB6B45-6F5B-4C4A-9323-6392277062B8}" dt="2023-11-15T12:01:52.588" v="3795" actId="114"/>
          <ac:spMkLst>
            <pc:docMk/>
            <pc:sldMk cId="2457807344" sldId="387"/>
            <ac:spMk id="3" creationId="{B06A177C-B474-5BE3-8167-42371BB2E444}"/>
          </ac:spMkLst>
        </pc:spChg>
        <pc:spChg chg="mod">
          <ac:chgData name="Nevena C. Tufegdzic" userId="39fd384f-01ad-44eb-92a0-5e868a885691" providerId="ADAL" clId="{75EB6B45-6F5B-4C4A-9323-6392277062B8}" dt="2023-11-15T12:01:36.841" v="3790" actId="20577"/>
          <ac:spMkLst>
            <pc:docMk/>
            <pc:sldMk cId="2457807344" sldId="387"/>
            <ac:spMk id="2294" creationId="{00000000-0000-0000-0000-000000000000}"/>
          </ac:spMkLst>
        </pc:spChg>
      </pc:sldChg>
      <pc:sldChg chg="modSp add mod">
        <pc:chgData name="Nevena C. Tufegdzic" userId="39fd384f-01ad-44eb-92a0-5e868a885691" providerId="ADAL" clId="{75EB6B45-6F5B-4C4A-9323-6392277062B8}" dt="2023-11-15T12:03:30.548" v="3835" actId="1076"/>
        <pc:sldMkLst>
          <pc:docMk/>
          <pc:sldMk cId="3032118784" sldId="388"/>
        </pc:sldMkLst>
        <pc:spChg chg="mod">
          <ac:chgData name="Nevena C. Tufegdzic" userId="39fd384f-01ad-44eb-92a0-5e868a885691" providerId="ADAL" clId="{75EB6B45-6F5B-4C4A-9323-6392277062B8}" dt="2023-11-15T12:03:30.548" v="3835" actId="1076"/>
          <ac:spMkLst>
            <pc:docMk/>
            <pc:sldMk cId="3032118784" sldId="388"/>
            <ac:spMk id="3" creationId="{B06A177C-B474-5BE3-8167-42371BB2E444}"/>
          </ac:spMkLst>
        </pc:spChg>
        <pc:spChg chg="mod">
          <ac:chgData name="Nevena C. Tufegdzic" userId="39fd384f-01ad-44eb-92a0-5e868a885691" providerId="ADAL" clId="{75EB6B45-6F5B-4C4A-9323-6392277062B8}" dt="2023-11-15T12:03:15.233" v="3830" actId="20577"/>
          <ac:spMkLst>
            <pc:docMk/>
            <pc:sldMk cId="3032118784" sldId="388"/>
            <ac:spMk id="2294" creationId="{00000000-0000-0000-0000-000000000000}"/>
          </ac:spMkLst>
        </pc:spChg>
      </pc:sldChg>
      <pc:sldChg chg="modSp add mod">
        <pc:chgData name="Nevena C. Tufegdzic" userId="39fd384f-01ad-44eb-92a0-5e868a885691" providerId="ADAL" clId="{75EB6B45-6F5B-4C4A-9323-6392277062B8}" dt="2023-11-15T12:04:53.574" v="3857" actId="1076"/>
        <pc:sldMkLst>
          <pc:docMk/>
          <pc:sldMk cId="4074077104" sldId="389"/>
        </pc:sldMkLst>
        <pc:spChg chg="mod">
          <ac:chgData name="Nevena C. Tufegdzic" userId="39fd384f-01ad-44eb-92a0-5e868a885691" providerId="ADAL" clId="{75EB6B45-6F5B-4C4A-9323-6392277062B8}" dt="2023-11-15T12:04:53.574" v="3857" actId="1076"/>
          <ac:spMkLst>
            <pc:docMk/>
            <pc:sldMk cId="4074077104" sldId="389"/>
            <ac:spMk id="3" creationId="{B06A177C-B474-5BE3-8167-42371BB2E444}"/>
          </ac:spMkLst>
        </pc:spChg>
        <pc:spChg chg="mod">
          <ac:chgData name="Nevena C. Tufegdzic" userId="39fd384f-01ad-44eb-92a0-5e868a885691" providerId="ADAL" clId="{75EB6B45-6F5B-4C4A-9323-6392277062B8}" dt="2023-11-15T12:04:16.157" v="3844" actId="20577"/>
          <ac:spMkLst>
            <pc:docMk/>
            <pc:sldMk cId="4074077104" sldId="389"/>
            <ac:spMk id="2294" creationId="{00000000-0000-0000-0000-000000000000}"/>
          </ac:spMkLst>
        </pc:spChg>
      </pc:sldChg>
      <pc:sldChg chg="addSp delSp modSp add mod">
        <pc:chgData name="Nevena C. Tufegdzic" userId="39fd384f-01ad-44eb-92a0-5e868a885691" providerId="ADAL" clId="{75EB6B45-6F5B-4C4A-9323-6392277062B8}" dt="2023-11-15T12:16:48.552" v="4158" actId="1076"/>
        <pc:sldMkLst>
          <pc:docMk/>
          <pc:sldMk cId="3206053635" sldId="390"/>
        </pc:sldMkLst>
        <pc:spChg chg="mod">
          <ac:chgData name="Nevena C. Tufegdzic" userId="39fd384f-01ad-44eb-92a0-5e868a885691" providerId="ADAL" clId="{75EB6B45-6F5B-4C4A-9323-6392277062B8}" dt="2023-11-15T12:16:48.552" v="4158" actId="1076"/>
          <ac:spMkLst>
            <pc:docMk/>
            <pc:sldMk cId="3206053635" sldId="390"/>
            <ac:spMk id="3" creationId="{B06A177C-B474-5BE3-8167-42371BB2E444}"/>
          </ac:spMkLst>
        </pc:spChg>
        <pc:spChg chg="mod">
          <ac:chgData name="Nevena C. Tufegdzic" userId="39fd384f-01ad-44eb-92a0-5e868a885691" providerId="ADAL" clId="{75EB6B45-6F5B-4C4A-9323-6392277062B8}" dt="2023-11-15T12:05:08.093" v="3873" actId="20577"/>
          <ac:spMkLst>
            <pc:docMk/>
            <pc:sldMk cId="3206053635" sldId="390"/>
            <ac:spMk id="2294" creationId="{00000000-0000-0000-0000-000000000000}"/>
          </ac:spMkLst>
        </pc:spChg>
        <pc:picChg chg="add del">
          <ac:chgData name="Nevena C. Tufegdzic" userId="39fd384f-01ad-44eb-92a0-5e868a885691" providerId="ADAL" clId="{75EB6B45-6F5B-4C4A-9323-6392277062B8}" dt="2023-11-15T12:14:27.702" v="4004" actId="478"/>
          <ac:picMkLst>
            <pc:docMk/>
            <pc:sldMk cId="3206053635" sldId="390"/>
            <ac:picMk id="5" creationId="{B446E329-0548-3D66-E952-0621B6257EE0}"/>
          </ac:picMkLst>
        </pc:picChg>
      </pc:sldChg>
      <pc:sldChg chg="addSp delSp modSp add mod">
        <pc:chgData name="Nevena C. Tufegdzic" userId="39fd384f-01ad-44eb-92a0-5e868a885691" providerId="ADAL" clId="{75EB6B45-6F5B-4C4A-9323-6392277062B8}" dt="2023-11-15T12:13:34.397" v="4003" actId="1076"/>
        <pc:sldMkLst>
          <pc:docMk/>
          <pc:sldMk cId="1006346338" sldId="391"/>
        </pc:sldMkLst>
        <pc:spChg chg="del mod">
          <ac:chgData name="Nevena C. Tufegdzic" userId="39fd384f-01ad-44eb-92a0-5e868a885691" providerId="ADAL" clId="{75EB6B45-6F5B-4C4A-9323-6392277062B8}" dt="2023-11-15T12:12:54.090" v="3996" actId="478"/>
          <ac:spMkLst>
            <pc:docMk/>
            <pc:sldMk cId="1006346338" sldId="391"/>
            <ac:spMk id="3" creationId="{B06A177C-B474-5BE3-8167-42371BB2E444}"/>
          </ac:spMkLst>
        </pc:spChg>
        <pc:spChg chg="add del mod">
          <ac:chgData name="Nevena C. Tufegdzic" userId="39fd384f-01ad-44eb-92a0-5e868a885691" providerId="ADAL" clId="{75EB6B45-6F5B-4C4A-9323-6392277062B8}" dt="2023-11-15T12:12:57.408" v="3997" actId="478"/>
          <ac:spMkLst>
            <pc:docMk/>
            <pc:sldMk cId="1006346338" sldId="391"/>
            <ac:spMk id="6" creationId="{91A166FA-B187-BB34-2329-8554B9B9F5CE}"/>
          </ac:spMkLst>
        </pc:spChg>
        <pc:picChg chg="mod">
          <ac:chgData name="Nevena C. Tufegdzic" userId="39fd384f-01ad-44eb-92a0-5e868a885691" providerId="ADAL" clId="{75EB6B45-6F5B-4C4A-9323-6392277062B8}" dt="2023-11-15T12:13:32.084" v="4002" actId="1076"/>
          <ac:picMkLst>
            <pc:docMk/>
            <pc:sldMk cId="1006346338" sldId="391"/>
            <ac:picMk id="5" creationId="{B446E329-0548-3D66-E952-0621B6257EE0}"/>
          </ac:picMkLst>
        </pc:picChg>
        <pc:picChg chg="add mod">
          <ac:chgData name="Nevena C. Tufegdzic" userId="39fd384f-01ad-44eb-92a0-5e868a885691" providerId="ADAL" clId="{75EB6B45-6F5B-4C4A-9323-6392277062B8}" dt="2023-11-15T12:13:34.397" v="4003" actId="1076"/>
          <ac:picMkLst>
            <pc:docMk/>
            <pc:sldMk cId="1006346338" sldId="391"/>
            <ac:picMk id="8" creationId="{D3B3B32D-77E5-96B5-DC8C-08FA24A0D64E}"/>
          </ac:picMkLst>
        </pc:picChg>
      </pc:sldChg>
      <pc:sldChg chg="modSp add mod">
        <pc:chgData name="Nevena C. Tufegdzic" userId="39fd384f-01ad-44eb-92a0-5e868a885691" providerId="ADAL" clId="{75EB6B45-6F5B-4C4A-9323-6392277062B8}" dt="2023-11-15T12:19:28.156" v="4166" actId="1076"/>
        <pc:sldMkLst>
          <pc:docMk/>
          <pc:sldMk cId="2009111994" sldId="392"/>
        </pc:sldMkLst>
        <pc:spChg chg="mod">
          <ac:chgData name="Nevena C. Tufegdzic" userId="39fd384f-01ad-44eb-92a0-5e868a885691" providerId="ADAL" clId="{75EB6B45-6F5B-4C4A-9323-6392277062B8}" dt="2023-11-15T12:19:28.156" v="4166" actId="1076"/>
          <ac:spMkLst>
            <pc:docMk/>
            <pc:sldMk cId="2009111994" sldId="392"/>
            <ac:spMk id="3" creationId="{B06A177C-B474-5BE3-8167-42371BB2E444}"/>
          </ac:spMkLst>
        </pc:spChg>
        <pc:spChg chg="mod">
          <ac:chgData name="Nevena C. Tufegdzic" userId="39fd384f-01ad-44eb-92a0-5e868a885691" providerId="ADAL" clId="{75EB6B45-6F5B-4C4A-9323-6392277062B8}" dt="2023-11-15T12:19:24.007" v="4164" actId="1076"/>
          <ac:spMkLst>
            <pc:docMk/>
            <pc:sldMk cId="2009111994" sldId="392"/>
            <ac:spMk id="2294" creationId="{00000000-0000-0000-0000-000000000000}"/>
          </ac:spMkLst>
        </pc:spChg>
      </pc:sldChg>
      <pc:sldChg chg="modSp add mod">
        <pc:chgData name="Nevena C. Tufegdzic" userId="39fd384f-01ad-44eb-92a0-5e868a885691" providerId="ADAL" clId="{75EB6B45-6F5B-4C4A-9323-6392277062B8}" dt="2023-11-15T12:23:13.908" v="4198" actId="14100"/>
        <pc:sldMkLst>
          <pc:docMk/>
          <pc:sldMk cId="404591376" sldId="393"/>
        </pc:sldMkLst>
        <pc:spChg chg="mod">
          <ac:chgData name="Nevena C. Tufegdzic" userId="39fd384f-01ad-44eb-92a0-5e868a885691" providerId="ADAL" clId="{75EB6B45-6F5B-4C4A-9323-6392277062B8}" dt="2023-11-15T12:23:13.908" v="4198" actId="14100"/>
          <ac:spMkLst>
            <pc:docMk/>
            <pc:sldMk cId="404591376" sldId="393"/>
            <ac:spMk id="3" creationId="{B06A177C-B474-5BE3-8167-42371BB2E444}"/>
          </ac:spMkLst>
        </pc:spChg>
        <pc:spChg chg="mod">
          <ac:chgData name="Nevena C. Tufegdzic" userId="39fd384f-01ad-44eb-92a0-5e868a885691" providerId="ADAL" clId="{75EB6B45-6F5B-4C4A-9323-6392277062B8}" dt="2023-11-15T12:23:02.520" v="4194" actId="20577"/>
          <ac:spMkLst>
            <pc:docMk/>
            <pc:sldMk cId="404591376" sldId="393"/>
            <ac:spMk id="2294" creationId="{00000000-0000-0000-0000-000000000000}"/>
          </ac:spMkLst>
        </pc:spChg>
      </pc:sldChg>
      <pc:sldChg chg="modSp add mod">
        <pc:chgData name="Nevena C. Tufegdzic" userId="39fd384f-01ad-44eb-92a0-5e868a885691" providerId="ADAL" clId="{75EB6B45-6F5B-4C4A-9323-6392277062B8}" dt="2023-11-15T12:26:13.134" v="4216"/>
        <pc:sldMkLst>
          <pc:docMk/>
          <pc:sldMk cId="1742250913" sldId="394"/>
        </pc:sldMkLst>
        <pc:spChg chg="mod">
          <ac:chgData name="Nevena C. Tufegdzic" userId="39fd384f-01ad-44eb-92a0-5e868a885691" providerId="ADAL" clId="{75EB6B45-6F5B-4C4A-9323-6392277062B8}" dt="2023-11-15T12:26:13.134" v="4216"/>
          <ac:spMkLst>
            <pc:docMk/>
            <pc:sldMk cId="1742250913" sldId="394"/>
            <ac:spMk id="3" creationId="{B06A177C-B474-5BE3-8167-42371BB2E444}"/>
          </ac:spMkLst>
        </pc:spChg>
        <pc:spChg chg="mod">
          <ac:chgData name="Nevena C. Tufegdzic" userId="39fd384f-01ad-44eb-92a0-5e868a885691" providerId="ADAL" clId="{75EB6B45-6F5B-4C4A-9323-6392277062B8}" dt="2023-11-15T12:26:02.558" v="4213" actId="20577"/>
          <ac:spMkLst>
            <pc:docMk/>
            <pc:sldMk cId="1742250913" sldId="394"/>
            <ac:spMk id="2294" creationId="{00000000-0000-0000-0000-000000000000}"/>
          </ac:spMkLst>
        </pc:spChg>
      </pc:sldChg>
      <pc:sldChg chg="addSp delSp modSp add mod">
        <pc:chgData name="Nevena C. Tufegdzic" userId="39fd384f-01ad-44eb-92a0-5e868a885691" providerId="ADAL" clId="{75EB6B45-6F5B-4C4A-9323-6392277062B8}" dt="2023-11-15T12:29:07.539" v="4228" actId="1076"/>
        <pc:sldMkLst>
          <pc:docMk/>
          <pc:sldMk cId="1906140299" sldId="395"/>
        </pc:sldMkLst>
        <pc:spChg chg="del">
          <ac:chgData name="Nevena C. Tufegdzic" userId="39fd384f-01ad-44eb-92a0-5e868a885691" providerId="ADAL" clId="{75EB6B45-6F5B-4C4A-9323-6392277062B8}" dt="2023-11-15T12:28:26.345" v="4218" actId="478"/>
          <ac:spMkLst>
            <pc:docMk/>
            <pc:sldMk cId="1906140299" sldId="395"/>
            <ac:spMk id="3" creationId="{B06A177C-B474-5BE3-8167-42371BB2E444}"/>
          </ac:spMkLst>
        </pc:spChg>
        <pc:spChg chg="add del mod">
          <ac:chgData name="Nevena C. Tufegdzic" userId="39fd384f-01ad-44eb-92a0-5e868a885691" providerId="ADAL" clId="{75EB6B45-6F5B-4C4A-9323-6392277062B8}" dt="2023-11-15T12:28:28.944" v="4219" actId="478"/>
          <ac:spMkLst>
            <pc:docMk/>
            <pc:sldMk cId="1906140299" sldId="395"/>
            <ac:spMk id="5" creationId="{D7D9B989-63B6-FFAC-B92A-A5D2F5B3BCC8}"/>
          </ac:spMkLst>
        </pc:spChg>
        <pc:picChg chg="add mod">
          <ac:chgData name="Nevena C. Tufegdzic" userId="39fd384f-01ad-44eb-92a0-5e868a885691" providerId="ADAL" clId="{75EB6B45-6F5B-4C4A-9323-6392277062B8}" dt="2023-11-15T12:29:05.426" v="4227" actId="1076"/>
          <ac:picMkLst>
            <pc:docMk/>
            <pc:sldMk cId="1906140299" sldId="395"/>
            <ac:picMk id="6" creationId="{8F982DB9-0ACF-360F-D185-D1F97E130845}"/>
          </ac:picMkLst>
        </pc:picChg>
        <pc:picChg chg="add mod">
          <ac:chgData name="Nevena C. Tufegdzic" userId="39fd384f-01ad-44eb-92a0-5e868a885691" providerId="ADAL" clId="{75EB6B45-6F5B-4C4A-9323-6392277062B8}" dt="2023-11-15T12:29:07.539" v="4228" actId="1076"/>
          <ac:picMkLst>
            <pc:docMk/>
            <pc:sldMk cId="1906140299" sldId="395"/>
            <ac:picMk id="7" creationId="{BA545BDA-8015-B61D-60EC-AE1E39878CED}"/>
          </ac:picMkLst>
        </pc:picChg>
        <pc:picChg chg="add mod">
          <ac:chgData name="Nevena C. Tufegdzic" userId="39fd384f-01ad-44eb-92a0-5e868a885691" providerId="ADAL" clId="{75EB6B45-6F5B-4C4A-9323-6392277062B8}" dt="2023-11-15T12:29:07.539" v="4228" actId="1076"/>
          <ac:picMkLst>
            <pc:docMk/>
            <pc:sldMk cId="1906140299" sldId="395"/>
            <ac:picMk id="8" creationId="{49794C1C-B597-6D9F-5177-85A1F57C7EA3}"/>
          </ac:picMkLst>
        </pc:picChg>
        <pc:picChg chg="add mod">
          <ac:chgData name="Nevena C. Tufegdzic" userId="39fd384f-01ad-44eb-92a0-5e868a885691" providerId="ADAL" clId="{75EB6B45-6F5B-4C4A-9323-6392277062B8}" dt="2023-11-15T12:29:05.426" v="4227" actId="1076"/>
          <ac:picMkLst>
            <pc:docMk/>
            <pc:sldMk cId="1906140299" sldId="395"/>
            <ac:picMk id="9" creationId="{E27B5CF6-523A-AA1A-1D07-5C5CD6D98F70}"/>
          </ac:picMkLst>
        </pc:picChg>
      </pc:sldChg>
      <pc:sldChg chg="modSp add mod">
        <pc:chgData name="Nevena C. Tufegdzic" userId="39fd384f-01ad-44eb-92a0-5e868a885691" providerId="ADAL" clId="{75EB6B45-6F5B-4C4A-9323-6392277062B8}" dt="2023-11-15T12:33:12.309" v="4591" actId="1076"/>
        <pc:sldMkLst>
          <pc:docMk/>
          <pc:sldMk cId="2217226316" sldId="396"/>
        </pc:sldMkLst>
        <pc:spChg chg="mod">
          <ac:chgData name="Nevena C. Tufegdzic" userId="39fd384f-01ad-44eb-92a0-5e868a885691" providerId="ADAL" clId="{75EB6B45-6F5B-4C4A-9323-6392277062B8}" dt="2023-11-15T12:33:12.309" v="4591" actId="1076"/>
          <ac:spMkLst>
            <pc:docMk/>
            <pc:sldMk cId="2217226316" sldId="396"/>
            <ac:spMk id="3" creationId="{B06A177C-B474-5BE3-8167-42371BB2E444}"/>
          </ac:spMkLst>
        </pc:spChg>
        <pc:spChg chg="mod">
          <ac:chgData name="Nevena C. Tufegdzic" userId="39fd384f-01ad-44eb-92a0-5e868a885691" providerId="ADAL" clId="{75EB6B45-6F5B-4C4A-9323-6392277062B8}" dt="2023-11-15T12:31:05.051" v="4251" actId="20577"/>
          <ac:spMkLst>
            <pc:docMk/>
            <pc:sldMk cId="2217226316" sldId="396"/>
            <ac:spMk id="2294" creationId="{00000000-0000-0000-0000-000000000000}"/>
          </ac:spMkLst>
        </pc:spChg>
      </pc:sldChg>
      <pc:sldChg chg="modSp add mod">
        <pc:chgData name="Nevena C. Tufegdzic" userId="39fd384f-01ad-44eb-92a0-5e868a885691" providerId="ADAL" clId="{75EB6B45-6F5B-4C4A-9323-6392277062B8}" dt="2023-11-15T12:39:30.961" v="4672" actId="404"/>
        <pc:sldMkLst>
          <pc:docMk/>
          <pc:sldMk cId="4131221022" sldId="397"/>
        </pc:sldMkLst>
        <pc:spChg chg="mod">
          <ac:chgData name="Nevena C. Tufegdzic" userId="39fd384f-01ad-44eb-92a0-5e868a885691" providerId="ADAL" clId="{75EB6B45-6F5B-4C4A-9323-6392277062B8}" dt="2023-11-15T12:39:30.961" v="4672" actId="404"/>
          <ac:spMkLst>
            <pc:docMk/>
            <pc:sldMk cId="4131221022" sldId="397"/>
            <ac:spMk id="3" creationId="{B06A177C-B474-5BE3-8167-42371BB2E444}"/>
          </ac:spMkLst>
        </pc:spChg>
        <pc:spChg chg="mod">
          <ac:chgData name="Nevena C. Tufegdzic" userId="39fd384f-01ad-44eb-92a0-5e868a885691" providerId="ADAL" clId="{75EB6B45-6F5B-4C4A-9323-6392277062B8}" dt="2023-11-15T12:39:23.664" v="4670" actId="113"/>
          <ac:spMkLst>
            <pc:docMk/>
            <pc:sldMk cId="4131221022" sldId="397"/>
            <ac:spMk id="2294" creationId="{00000000-0000-0000-0000-000000000000}"/>
          </ac:spMkLst>
        </pc:spChg>
      </pc:sldChg>
      <pc:sldChg chg="addSp modSp add mod modAnim">
        <pc:chgData name="Nevena C. Tufegdzic" userId="39fd384f-01ad-44eb-92a0-5e868a885691" providerId="ADAL" clId="{75EB6B45-6F5B-4C4A-9323-6392277062B8}" dt="2023-11-15T12:40:49.211" v="4678" actId="1076"/>
        <pc:sldMkLst>
          <pc:docMk/>
          <pc:sldMk cId="1791550432" sldId="398"/>
        </pc:sldMkLst>
        <pc:spChg chg="mod">
          <ac:chgData name="Nevena C. Tufegdzic" userId="39fd384f-01ad-44eb-92a0-5e868a885691" providerId="ADAL" clId="{75EB6B45-6F5B-4C4A-9323-6392277062B8}" dt="2023-11-15T12:40:36.012" v="4676" actId="1076"/>
          <ac:spMkLst>
            <pc:docMk/>
            <pc:sldMk cId="1791550432" sldId="398"/>
            <ac:spMk id="3" creationId="{B06A177C-B474-5BE3-8167-42371BB2E444}"/>
          </ac:spMkLst>
        </pc:spChg>
        <pc:spChg chg="add mod">
          <ac:chgData name="Nevena C. Tufegdzic" userId="39fd384f-01ad-44eb-92a0-5e868a885691" providerId="ADAL" clId="{75EB6B45-6F5B-4C4A-9323-6392277062B8}" dt="2023-11-15T12:40:49.211" v="4678" actId="1076"/>
          <ac:spMkLst>
            <pc:docMk/>
            <pc:sldMk cId="1791550432" sldId="398"/>
            <ac:spMk id="5" creationId="{800933C0-7570-AF14-49C3-55EDDD3FE35A}"/>
          </ac:spMkLst>
        </pc:spChg>
        <pc:graphicFrameChg chg="add mod">
          <ac:chgData name="Nevena C. Tufegdzic" userId="39fd384f-01ad-44eb-92a0-5e868a885691" providerId="ADAL" clId="{75EB6B45-6F5B-4C4A-9323-6392277062B8}" dt="2023-11-15T12:40:49.211" v="4678" actId="1076"/>
          <ac:graphicFrameMkLst>
            <pc:docMk/>
            <pc:sldMk cId="1791550432" sldId="398"/>
            <ac:graphicFrameMk id="4" creationId="{40C0F4FD-9275-FE3E-0BF1-272F5EABFA1D}"/>
          </ac:graphicFrameMkLst>
        </pc:graphicFrameChg>
      </pc:sldChg>
      <pc:sldChg chg="addSp delSp modSp add mod delAnim">
        <pc:chgData name="Nevena C. Tufegdzic" userId="39fd384f-01ad-44eb-92a0-5e868a885691" providerId="ADAL" clId="{75EB6B45-6F5B-4C4A-9323-6392277062B8}" dt="2023-11-15T12:46:58.974" v="4715" actId="1076"/>
        <pc:sldMkLst>
          <pc:docMk/>
          <pc:sldMk cId="945859779" sldId="399"/>
        </pc:sldMkLst>
        <pc:spChg chg="mod">
          <ac:chgData name="Nevena C. Tufegdzic" userId="39fd384f-01ad-44eb-92a0-5e868a885691" providerId="ADAL" clId="{75EB6B45-6F5B-4C4A-9323-6392277062B8}" dt="2023-11-15T12:46:45.985" v="4712"/>
          <ac:spMkLst>
            <pc:docMk/>
            <pc:sldMk cId="945859779" sldId="399"/>
            <ac:spMk id="3" creationId="{B06A177C-B474-5BE3-8167-42371BB2E444}"/>
          </ac:spMkLst>
        </pc:spChg>
        <pc:spChg chg="del">
          <ac:chgData name="Nevena C. Tufegdzic" userId="39fd384f-01ad-44eb-92a0-5e868a885691" providerId="ADAL" clId="{75EB6B45-6F5B-4C4A-9323-6392277062B8}" dt="2023-11-15T12:46:52.172" v="4713" actId="478"/>
          <ac:spMkLst>
            <pc:docMk/>
            <pc:sldMk cId="945859779" sldId="399"/>
            <ac:spMk id="5" creationId="{800933C0-7570-AF14-49C3-55EDDD3FE35A}"/>
          </ac:spMkLst>
        </pc:spChg>
        <pc:spChg chg="mod">
          <ac:chgData name="Nevena C. Tufegdzic" userId="39fd384f-01ad-44eb-92a0-5e868a885691" providerId="ADAL" clId="{75EB6B45-6F5B-4C4A-9323-6392277062B8}" dt="2023-11-15T12:46:32.541" v="4709" actId="20577"/>
          <ac:spMkLst>
            <pc:docMk/>
            <pc:sldMk cId="945859779" sldId="399"/>
            <ac:spMk id="2294" creationId="{00000000-0000-0000-0000-000000000000}"/>
          </ac:spMkLst>
        </pc:spChg>
        <pc:graphicFrameChg chg="del">
          <ac:chgData name="Nevena C. Tufegdzic" userId="39fd384f-01ad-44eb-92a0-5e868a885691" providerId="ADAL" clId="{75EB6B45-6F5B-4C4A-9323-6392277062B8}" dt="2023-11-15T12:46:52.172" v="4713" actId="478"/>
          <ac:graphicFrameMkLst>
            <pc:docMk/>
            <pc:sldMk cId="945859779" sldId="399"/>
            <ac:graphicFrameMk id="4" creationId="{40C0F4FD-9275-FE3E-0BF1-272F5EABFA1D}"/>
          </ac:graphicFrameMkLst>
        </pc:graphicFrameChg>
        <pc:picChg chg="add mod">
          <ac:chgData name="Nevena C. Tufegdzic" userId="39fd384f-01ad-44eb-92a0-5e868a885691" providerId="ADAL" clId="{75EB6B45-6F5B-4C4A-9323-6392277062B8}" dt="2023-11-15T12:46:58.974" v="4715" actId="1076"/>
          <ac:picMkLst>
            <pc:docMk/>
            <pc:sldMk cId="945859779" sldId="399"/>
            <ac:picMk id="6" creationId="{5443108E-4AD8-635D-B9D9-FEFF464E0316}"/>
          </ac:picMkLst>
        </pc:picChg>
      </pc:sldChg>
      <pc:sldChg chg="delSp modSp add mod">
        <pc:chgData name="Nevena C. Tufegdzic" userId="39fd384f-01ad-44eb-92a0-5e868a885691" providerId="ADAL" clId="{75EB6B45-6F5B-4C4A-9323-6392277062B8}" dt="2023-11-15T12:47:26.491" v="4731" actId="404"/>
        <pc:sldMkLst>
          <pc:docMk/>
          <pc:sldMk cId="1688296539" sldId="400"/>
        </pc:sldMkLst>
        <pc:spChg chg="mod">
          <ac:chgData name="Nevena C. Tufegdzic" userId="39fd384f-01ad-44eb-92a0-5e868a885691" providerId="ADAL" clId="{75EB6B45-6F5B-4C4A-9323-6392277062B8}" dt="2023-11-15T12:47:26.491" v="4731" actId="404"/>
          <ac:spMkLst>
            <pc:docMk/>
            <pc:sldMk cId="1688296539" sldId="400"/>
            <ac:spMk id="3" creationId="{B06A177C-B474-5BE3-8167-42371BB2E444}"/>
          </ac:spMkLst>
        </pc:spChg>
        <pc:spChg chg="mod">
          <ac:chgData name="Nevena C. Tufegdzic" userId="39fd384f-01ad-44eb-92a0-5e868a885691" providerId="ADAL" clId="{75EB6B45-6F5B-4C4A-9323-6392277062B8}" dt="2023-11-15T12:47:11.321" v="4728" actId="20577"/>
          <ac:spMkLst>
            <pc:docMk/>
            <pc:sldMk cId="1688296539" sldId="400"/>
            <ac:spMk id="2294" creationId="{00000000-0000-0000-0000-000000000000}"/>
          </ac:spMkLst>
        </pc:spChg>
        <pc:picChg chg="del">
          <ac:chgData name="Nevena C. Tufegdzic" userId="39fd384f-01ad-44eb-92a0-5e868a885691" providerId="ADAL" clId="{75EB6B45-6F5B-4C4A-9323-6392277062B8}" dt="2023-11-15T12:47:15.594" v="4729" actId="478"/>
          <ac:picMkLst>
            <pc:docMk/>
            <pc:sldMk cId="1688296539" sldId="400"/>
            <ac:picMk id="6" creationId="{5443108E-4AD8-635D-B9D9-FEFF464E0316}"/>
          </ac:picMkLst>
        </pc:picChg>
      </pc:sldChg>
      <pc:sldChg chg="modSp add mod">
        <pc:chgData name="Nevena C. Tufegdzic" userId="39fd384f-01ad-44eb-92a0-5e868a885691" providerId="ADAL" clId="{75EB6B45-6F5B-4C4A-9323-6392277062B8}" dt="2023-11-16T10:04:19.294" v="4786" actId="207"/>
        <pc:sldMkLst>
          <pc:docMk/>
          <pc:sldMk cId="954157948" sldId="401"/>
        </pc:sldMkLst>
        <pc:spChg chg="mod">
          <ac:chgData name="Nevena C. Tufegdzic" userId="39fd384f-01ad-44eb-92a0-5e868a885691" providerId="ADAL" clId="{75EB6B45-6F5B-4C4A-9323-6392277062B8}" dt="2023-11-16T10:04:19.294" v="4786" actId="207"/>
          <ac:spMkLst>
            <pc:docMk/>
            <pc:sldMk cId="954157948" sldId="401"/>
            <ac:spMk id="3" creationId="{B06A177C-B474-5BE3-8167-42371BB2E444}"/>
          </ac:spMkLst>
        </pc:spChg>
        <pc:spChg chg="mod">
          <ac:chgData name="Nevena C. Tufegdzic" userId="39fd384f-01ad-44eb-92a0-5e868a885691" providerId="ADAL" clId="{75EB6B45-6F5B-4C4A-9323-6392277062B8}" dt="2023-11-16T10:02:13.739" v="4763" actId="1076"/>
          <ac:spMkLst>
            <pc:docMk/>
            <pc:sldMk cId="954157948" sldId="401"/>
            <ac:spMk id="2294" creationId="{00000000-0000-0000-0000-000000000000}"/>
          </ac:spMkLst>
        </pc:spChg>
      </pc:sldChg>
      <pc:sldChg chg="addSp delSp modSp add mod">
        <pc:chgData name="Nevena C. Tufegdzic" userId="39fd384f-01ad-44eb-92a0-5e868a885691" providerId="ADAL" clId="{75EB6B45-6F5B-4C4A-9323-6392277062B8}" dt="2023-11-16T10:06:24.611" v="4819" actId="404"/>
        <pc:sldMkLst>
          <pc:docMk/>
          <pc:sldMk cId="3212816923" sldId="402"/>
        </pc:sldMkLst>
        <pc:spChg chg="mod">
          <ac:chgData name="Nevena C. Tufegdzic" userId="39fd384f-01ad-44eb-92a0-5e868a885691" providerId="ADAL" clId="{75EB6B45-6F5B-4C4A-9323-6392277062B8}" dt="2023-11-16T10:05:59.519" v="4813" actId="403"/>
          <ac:spMkLst>
            <pc:docMk/>
            <pc:sldMk cId="3212816923" sldId="402"/>
            <ac:spMk id="3" creationId="{B06A177C-B474-5BE3-8167-42371BB2E444}"/>
          </ac:spMkLst>
        </pc:spChg>
        <pc:spChg chg="mod">
          <ac:chgData name="Nevena C. Tufegdzic" userId="39fd384f-01ad-44eb-92a0-5e868a885691" providerId="ADAL" clId="{75EB6B45-6F5B-4C4A-9323-6392277062B8}" dt="2023-11-16T10:06:24.611" v="4819" actId="404"/>
          <ac:spMkLst>
            <pc:docMk/>
            <pc:sldMk cId="3212816923" sldId="402"/>
            <ac:spMk id="2294" creationId="{00000000-0000-0000-0000-000000000000}"/>
          </ac:spMkLst>
        </pc:spChg>
        <pc:picChg chg="add mod">
          <ac:chgData name="Nevena C. Tufegdzic" userId="39fd384f-01ad-44eb-92a0-5e868a885691" providerId="ADAL" clId="{75EB6B45-6F5B-4C4A-9323-6392277062B8}" dt="2023-11-16T10:06:05.920" v="4815" actId="1076"/>
          <ac:picMkLst>
            <pc:docMk/>
            <pc:sldMk cId="3212816923" sldId="402"/>
            <ac:picMk id="4" creationId="{4A1DB735-EEA0-5612-4342-E4CA57B9925D}"/>
          </ac:picMkLst>
        </pc:picChg>
        <pc:picChg chg="del">
          <ac:chgData name="Nevena C. Tufegdzic" userId="39fd384f-01ad-44eb-92a0-5e868a885691" providerId="ADAL" clId="{75EB6B45-6F5B-4C4A-9323-6392277062B8}" dt="2023-11-16T10:05:49.379" v="4808" actId="478"/>
          <ac:picMkLst>
            <pc:docMk/>
            <pc:sldMk cId="3212816923" sldId="402"/>
            <ac:picMk id="6" creationId="{5443108E-4AD8-635D-B9D9-FEFF464E0316}"/>
          </ac:picMkLst>
        </pc:picChg>
      </pc:sldChg>
      <pc:sldChg chg="addSp delSp modSp add mod">
        <pc:chgData name="Nevena C. Tufegdzic" userId="39fd384f-01ad-44eb-92a0-5e868a885691" providerId="ADAL" clId="{75EB6B45-6F5B-4C4A-9323-6392277062B8}" dt="2023-11-16T10:08:19.621" v="4849" actId="1076"/>
        <pc:sldMkLst>
          <pc:docMk/>
          <pc:sldMk cId="3839985270" sldId="403"/>
        </pc:sldMkLst>
        <pc:spChg chg="mod">
          <ac:chgData name="Nevena C. Tufegdzic" userId="39fd384f-01ad-44eb-92a0-5e868a885691" providerId="ADAL" clId="{75EB6B45-6F5B-4C4A-9323-6392277062B8}" dt="2023-11-16T10:08:19.621" v="4849" actId="1076"/>
          <ac:spMkLst>
            <pc:docMk/>
            <pc:sldMk cId="3839985270" sldId="403"/>
            <ac:spMk id="3" creationId="{B06A177C-B474-5BE3-8167-42371BB2E444}"/>
          </ac:spMkLst>
        </pc:spChg>
        <pc:spChg chg="mod">
          <ac:chgData name="Nevena C. Tufegdzic" userId="39fd384f-01ad-44eb-92a0-5e868a885691" providerId="ADAL" clId="{75EB6B45-6F5B-4C4A-9323-6392277062B8}" dt="2023-11-16T10:07:40.205" v="4837" actId="1076"/>
          <ac:spMkLst>
            <pc:docMk/>
            <pc:sldMk cId="3839985270" sldId="403"/>
            <ac:spMk id="2294" creationId="{00000000-0000-0000-0000-000000000000}"/>
          </ac:spMkLst>
        </pc:spChg>
        <pc:picChg chg="del">
          <ac:chgData name="Nevena C. Tufegdzic" userId="39fd384f-01ad-44eb-92a0-5e868a885691" providerId="ADAL" clId="{75EB6B45-6F5B-4C4A-9323-6392277062B8}" dt="2023-11-16T10:07:57.019" v="4843" actId="478"/>
          <ac:picMkLst>
            <pc:docMk/>
            <pc:sldMk cId="3839985270" sldId="403"/>
            <ac:picMk id="4" creationId="{4A1DB735-EEA0-5612-4342-E4CA57B9925D}"/>
          </ac:picMkLst>
        </pc:picChg>
        <pc:picChg chg="add mod">
          <ac:chgData name="Nevena C. Tufegdzic" userId="39fd384f-01ad-44eb-92a0-5e868a885691" providerId="ADAL" clId="{75EB6B45-6F5B-4C4A-9323-6392277062B8}" dt="2023-11-16T10:08:10.655" v="4847" actId="1076"/>
          <ac:picMkLst>
            <pc:docMk/>
            <pc:sldMk cId="3839985270" sldId="403"/>
            <ac:picMk id="5" creationId="{3FF63D42-4A4A-A78E-032D-319703806621}"/>
          </ac:picMkLst>
        </pc:picChg>
      </pc:sldChg>
      <pc:sldChg chg="addSp delSp modSp add mod">
        <pc:chgData name="Nevena C. Tufegdzic" userId="39fd384f-01ad-44eb-92a0-5e868a885691" providerId="ADAL" clId="{75EB6B45-6F5B-4C4A-9323-6392277062B8}" dt="2023-11-16T10:11:12.241" v="4867" actId="1076"/>
        <pc:sldMkLst>
          <pc:docMk/>
          <pc:sldMk cId="23830664" sldId="404"/>
        </pc:sldMkLst>
        <pc:spChg chg="mod">
          <ac:chgData name="Nevena C. Tufegdzic" userId="39fd384f-01ad-44eb-92a0-5e868a885691" providerId="ADAL" clId="{75EB6B45-6F5B-4C4A-9323-6392277062B8}" dt="2023-11-16T10:10:56.389" v="4862" actId="14100"/>
          <ac:spMkLst>
            <pc:docMk/>
            <pc:sldMk cId="23830664" sldId="404"/>
            <ac:spMk id="3" creationId="{B06A177C-B474-5BE3-8167-42371BB2E444}"/>
          </ac:spMkLst>
        </pc:spChg>
        <pc:spChg chg="mod">
          <ac:chgData name="Nevena C. Tufegdzic" userId="39fd384f-01ad-44eb-92a0-5e868a885691" providerId="ADAL" clId="{75EB6B45-6F5B-4C4A-9323-6392277062B8}" dt="2023-11-16T10:10:24.648" v="4855"/>
          <ac:spMkLst>
            <pc:docMk/>
            <pc:sldMk cId="23830664" sldId="404"/>
            <ac:spMk id="2294" creationId="{00000000-0000-0000-0000-000000000000}"/>
          </ac:spMkLst>
        </pc:spChg>
        <pc:picChg chg="add mod">
          <ac:chgData name="Nevena C. Tufegdzic" userId="39fd384f-01ad-44eb-92a0-5e868a885691" providerId="ADAL" clId="{75EB6B45-6F5B-4C4A-9323-6392277062B8}" dt="2023-11-16T10:11:12.241" v="4867" actId="1076"/>
          <ac:picMkLst>
            <pc:docMk/>
            <pc:sldMk cId="23830664" sldId="404"/>
            <ac:picMk id="4" creationId="{603C141A-0268-A030-DA79-3819DA58D5D1}"/>
          </ac:picMkLst>
        </pc:picChg>
        <pc:picChg chg="del mod">
          <ac:chgData name="Nevena C. Tufegdzic" userId="39fd384f-01ad-44eb-92a0-5e868a885691" providerId="ADAL" clId="{75EB6B45-6F5B-4C4A-9323-6392277062B8}" dt="2023-11-16T10:10:50.744" v="4860" actId="478"/>
          <ac:picMkLst>
            <pc:docMk/>
            <pc:sldMk cId="23830664" sldId="404"/>
            <ac:picMk id="5" creationId="{3FF63D42-4A4A-A78E-032D-319703806621}"/>
          </ac:picMkLst>
        </pc:picChg>
      </pc:sldChg>
      <pc:sldChg chg="addSp delSp modSp add mod">
        <pc:chgData name="Nevena C. Tufegdzic" userId="39fd384f-01ad-44eb-92a0-5e868a885691" providerId="ADAL" clId="{75EB6B45-6F5B-4C4A-9323-6392277062B8}" dt="2023-11-16T10:13:04.074" v="4903" actId="1076"/>
        <pc:sldMkLst>
          <pc:docMk/>
          <pc:sldMk cId="3651571872" sldId="405"/>
        </pc:sldMkLst>
        <pc:spChg chg="mod">
          <ac:chgData name="Nevena C. Tufegdzic" userId="39fd384f-01ad-44eb-92a0-5e868a885691" providerId="ADAL" clId="{75EB6B45-6F5B-4C4A-9323-6392277062B8}" dt="2023-11-16T10:13:04.074" v="4903" actId="1076"/>
          <ac:spMkLst>
            <pc:docMk/>
            <pc:sldMk cId="3651571872" sldId="405"/>
            <ac:spMk id="3" creationId="{B06A177C-B474-5BE3-8167-42371BB2E444}"/>
          </ac:spMkLst>
        </pc:spChg>
        <pc:spChg chg="mod">
          <ac:chgData name="Nevena C. Tufegdzic" userId="39fd384f-01ad-44eb-92a0-5e868a885691" providerId="ADAL" clId="{75EB6B45-6F5B-4C4A-9323-6392277062B8}" dt="2023-11-16T10:12:23.484" v="4873"/>
          <ac:spMkLst>
            <pc:docMk/>
            <pc:sldMk cId="3651571872" sldId="405"/>
            <ac:spMk id="2294" creationId="{00000000-0000-0000-0000-000000000000}"/>
          </ac:spMkLst>
        </pc:spChg>
        <pc:picChg chg="del">
          <ac:chgData name="Nevena C. Tufegdzic" userId="39fd384f-01ad-44eb-92a0-5e868a885691" providerId="ADAL" clId="{75EB6B45-6F5B-4C4A-9323-6392277062B8}" dt="2023-11-16T10:12:52.266" v="4899" actId="478"/>
          <ac:picMkLst>
            <pc:docMk/>
            <pc:sldMk cId="3651571872" sldId="405"/>
            <ac:picMk id="4" creationId="{603C141A-0268-A030-DA79-3819DA58D5D1}"/>
          </ac:picMkLst>
        </pc:picChg>
        <pc:picChg chg="add mod">
          <ac:chgData name="Nevena C. Tufegdzic" userId="39fd384f-01ad-44eb-92a0-5e868a885691" providerId="ADAL" clId="{75EB6B45-6F5B-4C4A-9323-6392277062B8}" dt="2023-11-16T10:13:01.354" v="4902" actId="1076"/>
          <ac:picMkLst>
            <pc:docMk/>
            <pc:sldMk cId="3651571872" sldId="405"/>
            <ac:picMk id="5" creationId="{E6C8BABD-3B05-656D-62B2-004DF5B1B060}"/>
          </ac:picMkLst>
        </pc:picChg>
      </pc:sldChg>
      <pc:sldChg chg="addSp delSp modSp add mod">
        <pc:chgData name="Nevena C. Tufegdzic" userId="39fd384f-01ad-44eb-92a0-5e868a885691" providerId="ADAL" clId="{75EB6B45-6F5B-4C4A-9323-6392277062B8}" dt="2023-11-16T10:13:46.464" v="4923" actId="1076"/>
        <pc:sldMkLst>
          <pc:docMk/>
          <pc:sldMk cId="2587191679" sldId="406"/>
        </pc:sldMkLst>
        <pc:spChg chg="mod">
          <ac:chgData name="Nevena C. Tufegdzic" userId="39fd384f-01ad-44eb-92a0-5e868a885691" providerId="ADAL" clId="{75EB6B45-6F5B-4C4A-9323-6392277062B8}" dt="2023-11-16T10:13:27.919" v="4917" actId="20577"/>
          <ac:spMkLst>
            <pc:docMk/>
            <pc:sldMk cId="2587191679" sldId="406"/>
            <ac:spMk id="3" creationId="{B06A177C-B474-5BE3-8167-42371BB2E444}"/>
          </ac:spMkLst>
        </pc:spChg>
        <pc:spChg chg="mod">
          <ac:chgData name="Nevena C. Tufegdzic" userId="39fd384f-01ad-44eb-92a0-5e868a885691" providerId="ADAL" clId="{75EB6B45-6F5B-4C4A-9323-6392277062B8}" dt="2023-11-16T10:13:16.724" v="4911" actId="20577"/>
          <ac:spMkLst>
            <pc:docMk/>
            <pc:sldMk cId="2587191679" sldId="406"/>
            <ac:spMk id="2294" creationId="{00000000-0000-0000-0000-000000000000}"/>
          </ac:spMkLst>
        </pc:spChg>
        <pc:picChg chg="add mod">
          <ac:chgData name="Nevena C. Tufegdzic" userId="39fd384f-01ad-44eb-92a0-5e868a885691" providerId="ADAL" clId="{75EB6B45-6F5B-4C4A-9323-6392277062B8}" dt="2023-11-16T10:13:46.464" v="4923" actId="1076"/>
          <ac:picMkLst>
            <pc:docMk/>
            <pc:sldMk cId="2587191679" sldId="406"/>
            <ac:picMk id="4" creationId="{A02E1E91-F14B-71B9-1B48-86CB53321101}"/>
          </ac:picMkLst>
        </pc:picChg>
        <pc:picChg chg="del">
          <ac:chgData name="Nevena C. Tufegdzic" userId="39fd384f-01ad-44eb-92a0-5e868a885691" providerId="ADAL" clId="{75EB6B45-6F5B-4C4A-9323-6392277062B8}" dt="2023-11-16T10:13:35.343" v="4918" actId="478"/>
          <ac:picMkLst>
            <pc:docMk/>
            <pc:sldMk cId="2587191679" sldId="406"/>
            <ac:picMk id="5" creationId="{E6C8BABD-3B05-656D-62B2-004DF5B1B060}"/>
          </ac:picMkLst>
        </pc:picChg>
      </pc:sldChg>
      <pc:sldChg chg="addSp delSp modSp add mod">
        <pc:chgData name="Nevena C. Tufegdzic" userId="39fd384f-01ad-44eb-92a0-5e868a885691" providerId="ADAL" clId="{75EB6B45-6F5B-4C4A-9323-6392277062B8}" dt="2023-11-16T10:15:23.592" v="4965"/>
        <pc:sldMkLst>
          <pc:docMk/>
          <pc:sldMk cId="3179849437" sldId="407"/>
        </pc:sldMkLst>
        <pc:spChg chg="del">
          <ac:chgData name="Nevena C. Tufegdzic" userId="39fd384f-01ad-44eb-92a0-5e868a885691" providerId="ADAL" clId="{75EB6B45-6F5B-4C4A-9323-6392277062B8}" dt="2023-11-16T10:14:16.890" v="4956" actId="478"/>
          <ac:spMkLst>
            <pc:docMk/>
            <pc:sldMk cId="3179849437" sldId="407"/>
            <ac:spMk id="3" creationId="{B06A177C-B474-5BE3-8167-42371BB2E444}"/>
          </ac:spMkLst>
        </pc:spChg>
        <pc:spChg chg="add del mod">
          <ac:chgData name="Nevena C. Tufegdzic" userId="39fd384f-01ad-44eb-92a0-5e868a885691" providerId="ADAL" clId="{75EB6B45-6F5B-4C4A-9323-6392277062B8}" dt="2023-11-16T10:14:21.217" v="4958" actId="478"/>
          <ac:spMkLst>
            <pc:docMk/>
            <pc:sldMk cId="3179849437" sldId="407"/>
            <ac:spMk id="5" creationId="{F3AF8D6E-548C-3DB3-ED2E-A439BDBB0104}"/>
          </ac:spMkLst>
        </pc:spChg>
        <pc:spChg chg="mod">
          <ac:chgData name="Nevena C. Tufegdzic" userId="39fd384f-01ad-44eb-92a0-5e868a885691" providerId="ADAL" clId="{75EB6B45-6F5B-4C4A-9323-6392277062B8}" dt="2023-11-16T10:14:26.723" v="4960" actId="1076"/>
          <ac:spMkLst>
            <pc:docMk/>
            <pc:sldMk cId="3179849437" sldId="407"/>
            <ac:spMk id="2294" creationId="{00000000-0000-0000-0000-000000000000}"/>
          </ac:spMkLst>
        </pc:spChg>
        <pc:graphicFrameChg chg="add mod modGraphic">
          <ac:chgData name="Nevena C. Tufegdzic" userId="39fd384f-01ad-44eb-92a0-5e868a885691" providerId="ADAL" clId="{75EB6B45-6F5B-4C4A-9323-6392277062B8}" dt="2023-11-16T10:15:23.592" v="4965"/>
          <ac:graphicFrameMkLst>
            <pc:docMk/>
            <pc:sldMk cId="3179849437" sldId="407"/>
            <ac:graphicFrameMk id="6" creationId="{EC483301-FFDA-BCEC-781F-54491AAA609C}"/>
          </ac:graphicFrameMkLst>
        </pc:graphicFrameChg>
      </pc:sldChg>
      <pc:sldChg chg="modSp add mod">
        <pc:chgData name="Nevena C. Tufegdzic" userId="39fd384f-01ad-44eb-92a0-5e868a885691" providerId="ADAL" clId="{75EB6B45-6F5B-4C4A-9323-6392277062B8}" dt="2023-11-16T10:16:34.529" v="4974" actId="12"/>
        <pc:sldMkLst>
          <pc:docMk/>
          <pc:sldMk cId="908385849" sldId="408"/>
        </pc:sldMkLst>
        <pc:spChg chg="mod">
          <ac:chgData name="Nevena C. Tufegdzic" userId="39fd384f-01ad-44eb-92a0-5e868a885691" providerId="ADAL" clId="{75EB6B45-6F5B-4C4A-9323-6392277062B8}" dt="2023-11-16T10:16:34.529" v="4974" actId="12"/>
          <ac:spMkLst>
            <pc:docMk/>
            <pc:sldMk cId="908385849" sldId="408"/>
            <ac:spMk id="3" creationId="{B06A177C-B474-5BE3-8167-42371BB2E444}"/>
          </ac:spMkLst>
        </pc:spChg>
        <pc:spChg chg="mod">
          <ac:chgData name="Nevena C. Tufegdzic" userId="39fd384f-01ad-44eb-92a0-5e868a885691" providerId="ADAL" clId="{75EB6B45-6F5B-4C4A-9323-6392277062B8}" dt="2023-11-16T10:16:19.290" v="4969"/>
          <ac:spMkLst>
            <pc:docMk/>
            <pc:sldMk cId="908385849" sldId="408"/>
            <ac:spMk id="2294" creationId="{00000000-0000-0000-0000-000000000000}"/>
          </ac:spMkLst>
        </pc:spChg>
      </pc:sldChg>
      <pc:sldChg chg="modSp add mod">
        <pc:chgData name="Nevena C. Tufegdzic" userId="39fd384f-01ad-44eb-92a0-5e868a885691" providerId="ADAL" clId="{75EB6B45-6F5B-4C4A-9323-6392277062B8}" dt="2023-11-16T10:17:00.679" v="4981"/>
        <pc:sldMkLst>
          <pc:docMk/>
          <pc:sldMk cId="1918493710" sldId="409"/>
        </pc:sldMkLst>
        <pc:spChg chg="mod">
          <ac:chgData name="Nevena C. Tufegdzic" userId="39fd384f-01ad-44eb-92a0-5e868a885691" providerId="ADAL" clId="{75EB6B45-6F5B-4C4A-9323-6392277062B8}" dt="2023-11-16T10:17:00.679" v="4981"/>
          <ac:spMkLst>
            <pc:docMk/>
            <pc:sldMk cId="1918493710" sldId="409"/>
            <ac:spMk id="3" creationId="{B06A177C-B474-5BE3-8167-42371BB2E444}"/>
          </ac:spMkLst>
        </pc:spChg>
        <pc:spChg chg="mod">
          <ac:chgData name="Nevena C. Tufegdzic" userId="39fd384f-01ad-44eb-92a0-5e868a885691" providerId="ADAL" clId="{75EB6B45-6F5B-4C4A-9323-6392277062B8}" dt="2023-11-16T10:16:52.177" v="4978"/>
          <ac:spMkLst>
            <pc:docMk/>
            <pc:sldMk cId="1918493710" sldId="409"/>
            <ac:spMk id="2294" creationId="{00000000-0000-0000-0000-000000000000}"/>
          </ac:spMkLst>
        </pc:spChg>
      </pc:sldChg>
      <pc:sldChg chg="addSp delSp modSp add mod">
        <pc:chgData name="Nevena C. Tufegdzic" userId="39fd384f-01ad-44eb-92a0-5e868a885691" providerId="ADAL" clId="{75EB6B45-6F5B-4C4A-9323-6392277062B8}" dt="2023-11-16T10:17:55.436" v="4990" actId="22"/>
        <pc:sldMkLst>
          <pc:docMk/>
          <pc:sldMk cId="3943099038" sldId="410"/>
        </pc:sldMkLst>
        <pc:spChg chg="mod">
          <ac:chgData name="Nevena C. Tufegdzic" userId="39fd384f-01ad-44eb-92a0-5e868a885691" providerId="ADAL" clId="{75EB6B45-6F5B-4C4A-9323-6392277062B8}" dt="2023-11-16T10:17:39.384" v="4988"/>
          <ac:spMkLst>
            <pc:docMk/>
            <pc:sldMk cId="3943099038" sldId="410"/>
            <ac:spMk id="3" creationId="{B06A177C-B474-5BE3-8167-42371BB2E444}"/>
          </ac:spMkLst>
        </pc:spChg>
        <pc:spChg chg="add del">
          <ac:chgData name="Nevena C. Tufegdzic" userId="39fd384f-01ad-44eb-92a0-5e868a885691" providerId="ADAL" clId="{75EB6B45-6F5B-4C4A-9323-6392277062B8}" dt="2023-11-16T10:17:55.436" v="4990" actId="22"/>
          <ac:spMkLst>
            <pc:docMk/>
            <pc:sldMk cId="3943099038" sldId="410"/>
            <ac:spMk id="5" creationId="{9C610146-7BD0-A218-7614-EAC9E07DCE2F}"/>
          </ac:spMkLst>
        </pc:spChg>
        <pc:spChg chg="mod">
          <ac:chgData name="Nevena C. Tufegdzic" userId="39fd384f-01ad-44eb-92a0-5e868a885691" providerId="ADAL" clId="{75EB6B45-6F5B-4C4A-9323-6392277062B8}" dt="2023-11-16T10:17:30.201" v="4985"/>
          <ac:spMkLst>
            <pc:docMk/>
            <pc:sldMk cId="3943099038" sldId="410"/>
            <ac:spMk id="2294" creationId="{00000000-0000-0000-0000-000000000000}"/>
          </ac:spMkLst>
        </pc:spChg>
      </pc:sldChg>
      <pc:sldChg chg="modSp add mod">
        <pc:chgData name="Nevena C. Tufegdzic" userId="39fd384f-01ad-44eb-92a0-5e868a885691" providerId="ADAL" clId="{75EB6B45-6F5B-4C4A-9323-6392277062B8}" dt="2023-11-16T10:19:09.497" v="5013" actId="1076"/>
        <pc:sldMkLst>
          <pc:docMk/>
          <pc:sldMk cId="1881217475" sldId="411"/>
        </pc:sldMkLst>
        <pc:spChg chg="mod">
          <ac:chgData name="Nevena C. Tufegdzic" userId="39fd384f-01ad-44eb-92a0-5e868a885691" providerId="ADAL" clId="{75EB6B45-6F5B-4C4A-9323-6392277062B8}" dt="2023-11-16T10:19:09.497" v="5013" actId="1076"/>
          <ac:spMkLst>
            <pc:docMk/>
            <pc:sldMk cId="1881217475" sldId="411"/>
            <ac:spMk id="3" creationId="{B06A177C-B474-5BE3-8167-42371BB2E444}"/>
          </ac:spMkLst>
        </pc:spChg>
        <pc:spChg chg="mod">
          <ac:chgData name="Nevena C. Tufegdzic" userId="39fd384f-01ad-44eb-92a0-5e868a885691" providerId="ADAL" clId="{75EB6B45-6F5B-4C4A-9323-6392277062B8}" dt="2023-11-16T10:18:05.635" v="5006" actId="20577"/>
          <ac:spMkLst>
            <pc:docMk/>
            <pc:sldMk cId="1881217475" sldId="411"/>
            <ac:spMk id="2294" creationId="{00000000-0000-0000-0000-000000000000}"/>
          </ac:spMkLst>
        </pc:spChg>
      </pc:sldChg>
      <pc:sldChg chg="modSp add mod">
        <pc:chgData name="Nevena C. Tufegdzic" userId="39fd384f-01ad-44eb-92a0-5e868a885691" providerId="ADAL" clId="{75EB6B45-6F5B-4C4A-9323-6392277062B8}" dt="2023-11-16T10:19:45.190" v="5022"/>
        <pc:sldMkLst>
          <pc:docMk/>
          <pc:sldMk cId="3744716784" sldId="412"/>
        </pc:sldMkLst>
        <pc:spChg chg="mod">
          <ac:chgData name="Nevena C. Tufegdzic" userId="39fd384f-01ad-44eb-92a0-5e868a885691" providerId="ADAL" clId="{75EB6B45-6F5B-4C4A-9323-6392277062B8}" dt="2023-11-16T10:19:45.190" v="5022"/>
          <ac:spMkLst>
            <pc:docMk/>
            <pc:sldMk cId="3744716784" sldId="412"/>
            <ac:spMk id="3" creationId="{B06A177C-B474-5BE3-8167-42371BB2E444}"/>
          </ac:spMkLst>
        </pc:spChg>
        <pc:spChg chg="mod">
          <ac:chgData name="Nevena C. Tufegdzic" userId="39fd384f-01ad-44eb-92a0-5e868a885691" providerId="ADAL" clId="{75EB6B45-6F5B-4C4A-9323-6392277062B8}" dt="2023-11-16T10:19:21.643" v="5017"/>
          <ac:spMkLst>
            <pc:docMk/>
            <pc:sldMk cId="3744716784" sldId="412"/>
            <ac:spMk id="2294" creationId="{00000000-0000-0000-0000-000000000000}"/>
          </ac:spMkLst>
        </pc:spChg>
      </pc:sldChg>
      <pc:sldChg chg="modSp add mod">
        <pc:chgData name="Nevena C. Tufegdzic" userId="39fd384f-01ad-44eb-92a0-5e868a885691" providerId="ADAL" clId="{75EB6B45-6F5B-4C4A-9323-6392277062B8}" dt="2023-11-16T10:20:23.587" v="5034" actId="14100"/>
        <pc:sldMkLst>
          <pc:docMk/>
          <pc:sldMk cId="1597687198" sldId="413"/>
        </pc:sldMkLst>
        <pc:spChg chg="mod">
          <ac:chgData name="Nevena C. Tufegdzic" userId="39fd384f-01ad-44eb-92a0-5e868a885691" providerId="ADAL" clId="{75EB6B45-6F5B-4C4A-9323-6392277062B8}" dt="2023-11-16T10:20:23.587" v="5034" actId="14100"/>
          <ac:spMkLst>
            <pc:docMk/>
            <pc:sldMk cId="1597687198" sldId="413"/>
            <ac:spMk id="3" creationId="{B06A177C-B474-5BE3-8167-42371BB2E444}"/>
          </ac:spMkLst>
        </pc:spChg>
        <pc:spChg chg="mod">
          <ac:chgData name="Nevena C. Tufegdzic" userId="39fd384f-01ad-44eb-92a0-5e868a885691" providerId="ADAL" clId="{75EB6B45-6F5B-4C4A-9323-6392277062B8}" dt="2023-11-16T10:20:00.807" v="5028" actId="14100"/>
          <ac:spMkLst>
            <pc:docMk/>
            <pc:sldMk cId="1597687198" sldId="413"/>
            <ac:spMk id="2294" creationId="{00000000-0000-0000-0000-000000000000}"/>
          </ac:spMkLst>
        </pc:spChg>
      </pc:sldChg>
      <pc:sldChg chg="modSp add mod">
        <pc:chgData name="Nevena C. Tufegdzic" userId="39fd384f-01ad-44eb-92a0-5e868a885691" providerId="ADAL" clId="{75EB6B45-6F5B-4C4A-9323-6392277062B8}" dt="2023-11-16T10:25:49.868" v="5109" actId="404"/>
        <pc:sldMkLst>
          <pc:docMk/>
          <pc:sldMk cId="2086452884" sldId="414"/>
        </pc:sldMkLst>
        <pc:spChg chg="mod">
          <ac:chgData name="Nevena C. Tufegdzic" userId="39fd384f-01ad-44eb-92a0-5e868a885691" providerId="ADAL" clId="{75EB6B45-6F5B-4C4A-9323-6392277062B8}" dt="2023-11-16T10:25:49.868" v="5109" actId="404"/>
          <ac:spMkLst>
            <pc:docMk/>
            <pc:sldMk cId="2086452884" sldId="414"/>
            <ac:spMk id="3" creationId="{B06A177C-B474-5BE3-8167-42371BB2E444}"/>
          </ac:spMkLst>
        </pc:spChg>
        <pc:spChg chg="mod">
          <ac:chgData name="Nevena C. Tufegdzic" userId="39fd384f-01ad-44eb-92a0-5e868a885691" providerId="ADAL" clId="{75EB6B45-6F5B-4C4A-9323-6392277062B8}" dt="2023-11-16T10:20:45.094" v="5046" actId="20577"/>
          <ac:spMkLst>
            <pc:docMk/>
            <pc:sldMk cId="2086452884" sldId="414"/>
            <ac:spMk id="2294" creationId="{00000000-0000-0000-0000-000000000000}"/>
          </ac:spMkLst>
        </pc:spChg>
      </pc:sldChg>
      <pc:sldChg chg="modSp add mod">
        <pc:chgData name="Nevena C. Tufegdzic" userId="39fd384f-01ad-44eb-92a0-5e868a885691" providerId="ADAL" clId="{75EB6B45-6F5B-4C4A-9323-6392277062B8}" dt="2023-11-16T10:22:39.963" v="5070" actId="5793"/>
        <pc:sldMkLst>
          <pc:docMk/>
          <pc:sldMk cId="2160710680" sldId="415"/>
        </pc:sldMkLst>
        <pc:spChg chg="mod">
          <ac:chgData name="Nevena C. Tufegdzic" userId="39fd384f-01ad-44eb-92a0-5e868a885691" providerId="ADAL" clId="{75EB6B45-6F5B-4C4A-9323-6392277062B8}" dt="2023-11-16T10:22:39.963" v="5070" actId="5793"/>
          <ac:spMkLst>
            <pc:docMk/>
            <pc:sldMk cId="2160710680" sldId="415"/>
            <ac:spMk id="3" creationId="{B06A177C-B474-5BE3-8167-42371BB2E444}"/>
          </ac:spMkLst>
        </pc:spChg>
        <pc:spChg chg="mod">
          <ac:chgData name="Nevena C. Tufegdzic" userId="39fd384f-01ad-44eb-92a0-5e868a885691" providerId="ADAL" clId="{75EB6B45-6F5B-4C4A-9323-6392277062B8}" dt="2023-11-16T10:22:31.672" v="5068" actId="1076"/>
          <ac:spMkLst>
            <pc:docMk/>
            <pc:sldMk cId="2160710680" sldId="415"/>
            <ac:spMk id="2294" creationId="{00000000-0000-0000-0000-000000000000}"/>
          </ac:spMkLst>
        </pc:spChg>
      </pc:sldChg>
      <pc:sldChg chg="modSp add mod">
        <pc:chgData name="Nevena C. Tufegdzic" userId="39fd384f-01ad-44eb-92a0-5e868a885691" providerId="ADAL" clId="{75EB6B45-6F5B-4C4A-9323-6392277062B8}" dt="2023-11-16T10:23:36.391" v="5096" actId="404"/>
        <pc:sldMkLst>
          <pc:docMk/>
          <pc:sldMk cId="978568273" sldId="416"/>
        </pc:sldMkLst>
        <pc:spChg chg="mod">
          <ac:chgData name="Nevena C. Tufegdzic" userId="39fd384f-01ad-44eb-92a0-5e868a885691" providerId="ADAL" clId="{75EB6B45-6F5B-4C4A-9323-6392277062B8}" dt="2023-11-16T10:23:36.391" v="5096" actId="404"/>
          <ac:spMkLst>
            <pc:docMk/>
            <pc:sldMk cId="978568273" sldId="416"/>
            <ac:spMk id="3" creationId="{B06A177C-B474-5BE3-8167-42371BB2E444}"/>
          </ac:spMkLst>
        </pc:spChg>
        <pc:spChg chg="mod">
          <ac:chgData name="Nevena C. Tufegdzic" userId="39fd384f-01ad-44eb-92a0-5e868a885691" providerId="ADAL" clId="{75EB6B45-6F5B-4C4A-9323-6392277062B8}" dt="2023-11-16T10:23:10.357" v="5091" actId="20577"/>
          <ac:spMkLst>
            <pc:docMk/>
            <pc:sldMk cId="978568273" sldId="416"/>
            <ac:spMk id="2294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C325BD-9549-48DE-B767-673BB332B5EA}" type="doc">
      <dgm:prSet loTypeId="urn:microsoft.com/office/officeart/2005/8/layout/hierarchy1#1" loCatId="hierarchy" qsTypeId="urn:microsoft.com/office/officeart/2005/8/quickstyle/simple1#1" qsCatId="simple" csTypeId="urn:microsoft.com/office/officeart/2005/8/colors/accent1_2" csCatId="accent1" phldr="1"/>
      <dgm:spPr bwMode="auto"/>
      <dgm:t>
        <a:bodyPr/>
        <a:lstStyle/>
        <a:p>
          <a:pPr>
            <a:defRPr/>
          </a:pPr>
          <a:endParaRPr lang="en-US"/>
        </a:p>
      </dgm:t>
    </dgm:pt>
    <dgm:pt modelId="{62E78575-E260-44D4-BB75-A6E766AEBCD1}">
      <dgm:prSet phldrT="[Text]"/>
      <dgm:spPr bwMode="auto"/>
      <dgm:t>
        <a:bodyPr/>
        <a:lstStyle/>
        <a:p>
          <a:pPr>
            <a:defRPr/>
          </a:pPr>
          <a:r>
            <a:rPr lang="sr-Latn-CS"/>
            <a:t>body</a:t>
          </a:r>
          <a:endParaRPr lang="en-US"/>
        </a:p>
      </dgm:t>
    </dgm:pt>
    <dgm:pt modelId="{3B822996-21E6-410B-8954-2B1069D7B6FB}" type="parTrans" cxnId="{600DCDBE-DDEB-40EB-9231-E4BCE973F38D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C7C13779-0EAF-4162-BBD9-14C4E6989FE3}" type="sibTrans" cxnId="{600DCDBE-DDEB-40EB-9231-E4BCE973F38D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30D0069E-902A-457B-B0EE-4E258398C201}">
      <dgm:prSet phldrT="[Text]"/>
      <dgm:spPr bwMode="auto">
        <a:solidFill>
          <a:srgbClr val="9ECB33"/>
        </a:solidFill>
      </dgm:spPr>
      <dgm:t>
        <a:bodyPr/>
        <a:lstStyle/>
        <a:p>
          <a:pPr>
            <a:defRPr/>
          </a:pPr>
          <a:r>
            <a:rPr lang="sr-Latn-CS"/>
            <a:t>div</a:t>
          </a:r>
          <a:endParaRPr lang="en-US"/>
        </a:p>
      </dgm:t>
    </dgm:pt>
    <dgm:pt modelId="{CDB055FD-518D-4B41-88E9-E9027CB29279}" type="parTrans" cxnId="{AB3FA7BB-0618-41F2-B995-EBEAF7B89524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59974760-3314-492B-8D0F-8D5892CEAC06}" type="sibTrans" cxnId="{AB3FA7BB-0618-41F2-B995-EBEAF7B89524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5F2A8CFD-F350-4ACA-9358-E6FE7BC639B5}">
      <dgm:prSet phldrT="[Text]"/>
      <dgm:spPr bwMode="auto">
        <a:solidFill>
          <a:srgbClr val="FF6600"/>
        </a:solidFill>
      </dgm:spPr>
      <dgm:t>
        <a:bodyPr/>
        <a:lstStyle/>
        <a:p>
          <a:pPr>
            <a:defRPr/>
          </a:pPr>
          <a:r>
            <a:rPr lang="sr-Latn-CS"/>
            <a:t>div</a:t>
          </a:r>
          <a:endParaRPr lang="en-US"/>
        </a:p>
      </dgm:t>
    </dgm:pt>
    <dgm:pt modelId="{2B025BF8-27AC-4E10-8C3C-C957C74D29D2}" type="parTrans" cxnId="{0AE628A3-4B78-4E58-864E-F430BA43FB5F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84AF98F4-CC76-459D-A56C-E7488B3D4F3F}" type="sibTrans" cxnId="{0AE628A3-4B78-4E58-864E-F430BA43FB5F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C779745B-995B-4C44-A390-41215E101C2F}">
      <dgm:prSet phldrT="[Text]"/>
      <dgm:spPr bwMode="auto">
        <a:solidFill>
          <a:srgbClr val="FF6600"/>
        </a:solidFill>
      </dgm:spPr>
      <dgm:t>
        <a:bodyPr/>
        <a:lstStyle/>
        <a:p>
          <a:pPr>
            <a:defRPr/>
          </a:pPr>
          <a:r>
            <a:rPr lang="sr-Latn-CS"/>
            <a:t>div</a:t>
          </a:r>
          <a:endParaRPr lang="en-US"/>
        </a:p>
      </dgm:t>
    </dgm:pt>
    <dgm:pt modelId="{234B2FE2-D321-49F6-97F6-702A6B0FDB8B}" type="parTrans" cxnId="{D13495F4-F095-4004-B820-2C5207140F74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E5AFC41D-5D4E-41FA-9432-ED762C9B75C2}" type="sibTrans" cxnId="{D13495F4-F095-4004-B820-2C5207140F74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3383DB9A-515A-480F-9056-604875737F8F}">
      <dgm:prSet phldrT="[Text]"/>
      <dgm:spPr bwMode="auto">
        <a:solidFill>
          <a:srgbClr val="9ECB33"/>
        </a:solidFill>
      </dgm:spPr>
      <dgm:t>
        <a:bodyPr/>
        <a:lstStyle/>
        <a:p>
          <a:pPr>
            <a:defRPr/>
          </a:pPr>
          <a:r>
            <a:rPr lang="sr-Latn-CS"/>
            <a:t>div</a:t>
          </a:r>
          <a:endParaRPr lang="en-US"/>
        </a:p>
      </dgm:t>
    </dgm:pt>
    <dgm:pt modelId="{38DC52BC-3495-4654-A05D-0E4369D8632F}" type="parTrans" cxnId="{2A31B40A-B483-416F-A40D-AE1D430E11D8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3F6CF376-79C2-4F5E-8DEF-7857222483E4}" type="sibTrans" cxnId="{2A31B40A-B483-416F-A40D-AE1D430E11D8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41644B56-068B-4017-8E53-8FEFD601EB2E}" type="pres">
      <dgm:prSet presAssocID="{D4C325BD-9549-48DE-B767-673BB332B5EA}" presName="hierChild1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 bwMode="auto"/>
    </dgm:pt>
    <dgm:pt modelId="{7A9D75D5-7724-4FE1-B389-87888982DF3A}" type="pres">
      <dgm:prSet presAssocID="{62E78575-E260-44D4-BB75-A6E766AEBCD1}" presName="hierRoot1" presStyleCnt="0"/>
      <dgm:spPr bwMode="auto"/>
    </dgm:pt>
    <dgm:pt modelId="{028171FE-DE20-4966-B391-145202022BE6}" type="pres">
      <dgm:prSet presAssocID="{62E78575-E260-44D4-BB75-A6E766AEBCD1}" presName="composite" presStyleCnt="0"/>
      <dgm:spPr bwMode="auto"/>
    </dgm:pt>
    <dgm:pt modelId="{5609EAF5-24F6-4F2A-B601-1396249C4CEE}" type="pres">
      <dgm:prSet presAssocID="{62E78575-E260-44D4-BB75-A6E766AEBCD1}" presName="background" presStyleLbl="node0" presStyleIdx="0" presStyleCnt="1"/>
      <dgm:spPr bwMode="auto"/>
    </dgm:pt>
    <dgm:pt modelId="{33EB6107-80FC-4172-B0B9-7ADFF2D5647D}" type="pres">
      <dgm:prSet presAssocID="{62E78575-E260-44D4-BB75-A6E766AEBCD1}" presName="text" presStyleLbl="fgAcc0" presStyleIdx="0" presStyleCnt="1">
        <dgm:presLayoutVars>
          <dgm:chPref val="3"/>
        </dgm:presLayoutVars>
      </dgm:prSet>
      <dgm:spPr bwMode="auto"/>
    </dgm:pt>
    <dgm:pt modelId="{F0C35A5F-906A-4422-A8B1-D0F51407F99C}" type="pres">
      <dgm:prSet presAssocID="{62E78575-E260-44D4-BB75-A6E766AEBCD1}" presName="hierChild2" presStyleCnt="0"/>
      <dgm:spPr bwMode="auto"/>
    </dgm:pt>
    <dgm:pt modelId="{DE9B7EA6-6626-4A13-9A11-BA7130B3EBAE}" type="pres">
      <dgm:prSet presAssocID="{CDB055FD-518D-4B41-88E9-E9027CB29279}" presName="Name10" presStyleLbl="parChTrans1D2" presStyleIdx="0" presStyleCnt="2"/>
      <dgm:spPr bwMode="auto"/>
    </dgm:pt>
    <dgm:pt modelId="{C7291406-4FAE-438D-A474-0D0D9A401184}" type="pres">
      <dgm:prSet presAssocID="{30D0069E-902A-457B-B0EE-4E258398C201}" presName="hierRoot2" presStyleCnt="0"/>
      <dgm:spPr bwMode="auto"/>
    </dgm:pt>
    <dgm:pt modelId="{656BDFC0-CBE5-46FA-BCCF-DF6523D057EB}" type="pres">
      <dgm:prSet presAssocID="{30D0069E-902A-457B-B0EE-4E258398C201}" presName="composite2" presStyleCnt="0"/>
      <dgm:spPr bwMode="auto"/>
    </dgm:pt>
    <dgm:pt modelId="{05C2B1E4-7866-4725-9110-14A2408F1105}" type="pres">
      <dgm:prSet presAssocID="{30D0069E-902A-457B-B0EE-4E258398C201}" presName="background2" presStyleLbl="node2" presStyleIdx="0" presStyleCnt="2"/>
      <dgm:spPr bwMode="auto"/>
    </dgm:pt>
    <dgm:pt modelId="{04F09524-38C7-4924-A2F5-501B2F746A80}" type="pres">
      <dgm:prSet presAssocID="{30D0069E-902A-457B-B0EE-4E258398C201}" presName="text2" presStyleLbl="fgAcc2" presStyleIdx="0" presStyleCnt="2">
        <dgm:presLayoutVars>
          <dgm:chPref val="3"/>
        </dgm:presLayoutVars>
      </dgm:prSet>
      <dgm:spPr bwMode="auto"/>
    </dgm:pt>
    <dgm:pt modelId="{057EC2BC-F340-4841-BBE6-D7AE95F7F513}" type="pres">
      <dgm:prSet presAssocID="{30D0069E-902A-457B-B0EE-4E258398C201}" presName="hierChild3" presStyleCnt="0"/>
      <dgm:spPr bwMode="auto"/>
    </dgm:pt>
    <dgm:pt modelId="{79EDF774-CE18-486E-801A-C642CEB63A53}" type="pres">
      <dgm:prSet presAssocID="{2B025BF8-27AC-4E10-8C3C-C957C74D29D2}" presName="Name17" presStyleLbl="parChTrans1D3" presStyleIdx="0" presStyleCnt="2"/>
      <dgm:spPr bwMode="auto"/>
    </dgm:pt>
    <dgm:pt modelId="{E0B4444B-FBC2-49DC-8A8E-4613D1D28471}" type="pres">
      <dgm:prSet presAssocID="{5F2A8CFD-F350-4ACA-9358-E6FE7BC639B5}" presName="hierRoot3" presStyleCnt="0"/>
      <dgm:spPr bwMode="auto"/>
    </dgm:pt>
    <dgm:pt modelId="{8877CAB3-0AA5-483B-ACCA-6D6E2D49E134}" type="pres">
      <dgm:prSet presAssocID="{5F2A8CFD-F350-4ACA-9358-E6FE7BC639B5}" presName="composite3" presStyleCnt="0"/>
      <dgm:spPr bwMode="auto"/>
    </dgm:pt>
    <dgm:pt modelId="{626BF072-B435-444E-B1FA-C2EEE9F4ABF4}" type="pres">
      <dgm:prSet presAssocID="{5F2A8CFD-F350-4ACA-9358-E6FE7BC639B5}" presName="background3" presStyleLbl="node3" presStyleIdx="0" presStyleCnt="2"/>
      <dgm:spPr bwMode="auto"/>
    </dgm:pt>
    <dgm:pt modelId="{19DA2D27-F105-41BF-B787-606A1ED90E7C}" type="pres">
      <dgm:prSet presAssocID="{5F2A8CFD-F350-4ACA-9358-E6FE7BC639B5}" presName="text3" presStyleLbl="fgAcc3" presStyleIdx="0" presStyleCnt="2">
        <dgm:presLayoutVars>
          <dgm:chPref val="3"/>
        </dgm:presLayoutVars>
      </dgm:prSet>
      <dgm:spPr bwMode="auto"/>
    </dgm:pt>
    <dgm:pt modelId="{F53B95FC-BDC0-407E-A86C-91B69427766E}" type="pres">
      <dgm:prSet presAssocID="{5F2A8CFD-F350-4ACA-9358-E6FE7BC639B5}" presName="hierChild4" presStyleCnt="0"/>
      <dgm:spPr bwMode="auto"/>
    </dgm:pt>
    <dgm:pt modelId="{84B1CB50-CA87-47D7-A10D-A40A3DBAE8EE}" type="pres">
      <dgm:prSet presAssocID="{234B2FE2-D321-49F6-97F6-702A6B0FDB8B}" presName="Name17" presStyleLbl="parChTrans1D3" presStyleIdx="1" presStyleCnt="2"/>
      <dgm:spPr bwMode="auto"/>
    </dgm:pt>
    <dgm:pt modelId="{99D6A843-F8C9-4BA2-B4EF-78D49555119E}" type="pres">
      <dgm:prSet presAssocID="{C779745B-995B-4C44-A390-41215E101C2F}" presName="hierRoot3" presStyleCnt="0"/>
      <dgm:spPr bwMode="auto"/>
    </dgm:pt>
    <dgm:pt modelId="{988DCFBA-F44A-4BF3-BAE0-6A74C87EDB39}" type="pres">
      <dgm:prSet presAssocID="{C779745B-995B-4C44-A390-41215E101C2F}" presName="composite3" presStyleCnt="0"/>
      <dgm:spPr bwMode="auto"/>
    </dgm:pt>
    <dgm:pt modelId="{8A30119B-1D99-4557-B343-A0D536C1264F}" type="pres">
      <dgm:prSet presAssocID="{C779745B-995B-4C44-A390-41215E101C2F}" presName="background3" presStyleLbl="node3" presStyleIdx="1" presStyleCnt="2"/>
      <dgm:spPr bwMode="auto"/>
    </dgm:pt>
    <dgm:pt modelId="{3C421E40-03AB-4773-B8D7-529513B67F34}" type="pres">
      <dgm:prSet presAssocID="{C779745B-995B-4C44-A390-41215E101C2F}" presName="text3" presStyleLbl="fgAcc3" presStyleIdx="1" presStyleCnt="2">
        <dgm:presLayoutVars>
          <dgm:chPref val="3"/>
        </dgm:presLayoutVars>
      </dgm:prSet>
      <dgm:spPr bwMode="auto"/>
    </dgm:pt>
    <dgm:pt modelId="{807D38D8-48A7-4D15-9A3C-0B99639EA2C8}" type="pres">
      <dgm:prSet presAssocID="{C779745B-995B-4C44-A390-41215E101C2F}" presName="hierChild4" presStyleCnt="0"/>
      <dgm:spPr bwMode="auto"/>
    </dgm:pt>
    <dgm:pt modelId="{420DDFBC-2EBB-4516-9619-2F771726C3C7}" type="pres">
      <dgm:prSet presAssocID="{38DC52BC-3495-4654-A05D-0E4369D8632F}" presName="Name10" presStyleLbl="parChTrans1D2" presStyleIdx="1" presStyleCnt="2"/>
      <dgm:spPr bwMode="auto"/>
    </dgm:pt>
    <dgm:pt modelId="{0C006905-5BE2-4E6C-A6C8-EA1F8D678786}" type="pres">
      <dgm:prSet presAssocID="{3383DB9A-515A-480F-9056-604875737F8F}" presName="hierRoot2" presStyleCnt="0"/>
      <dgm:spPr bwMode="auto"/>
    </dgm:pt>
    <dgm:pt modelId="{9AEC6B05-006F-4D2D-9EFE-7C9DFCD8B3DF}" type="pres">
      <dgm:prSet presAssocID="{3383DB9A-515A-480F-9056-604875737F8F}" presName="composite2" presStyleCnt="0"/>
      <dgm:spPr bwMode="auto"/>
    </dgm:pt>
    <dgm:pt modelId="{7CD27C79-20F9-4294-8B6D-CD653BBCFD8C}" type="pres">
      <dgm:prSet presAssocID="{3383DB9A-515A-480F-9056-604875737F8F}" presName="background2" presStyleLbl="node2" presStyleIdx="1" presStyleCnt="2"/>
      <dgm:spPr bwMode="auto"/>
    </dgm:pt>
    <dgm:pt modelId="{7B84641D-8D5D-42A6-8D42-642120613A63}" type="pres">
      <dgm:prSet presAssocID="{3383DB9A-515A-480F-9056-604875737F8F}" presName="text2" presStyleLbl="fgAcc2" presStyleIdx="1" presStyleCnt="2">
        <dgm:presLayoutVars>
          <dgm:chPref val="3"/>
        </dgm:presLayoutVars>
      </dgm:prSet>
      <dgm:spPr bwMode="auto"/>
    </dgm:pt>
    <dgm:pt modelId="{C3624AD1-5711-4AA5-ACEE-9BBEC2CFA2AA}" type="pres">
      <dgm:prSet presAssocID="{3383DB9A-515A-480F-9056-604875737F8F}" presName="hierChild3" presStyleCnt="0"/>
      <dgm:spPr bwMode="auto"/>
    </dgm:pt>
  </dgm:ptLst>
  <dgm:cxnLst>
    <dgm:cxn modelId="{4D2E7603-59A4-4866-A106-B5F766692D03}" type="presOf" srcId="{CDB055FD-518D-4B41-88E9-E9027CB29279}" destId="{DE9B7EA6-6626-4A13-9A11-BA7130B3EBAE}" srcOrd="0" destOrd="0" presId="urn:microsoft.com/office/officeart/2005/8/layout/hierarchy1#1"/>
    <dgm:cxn modelId="{5A788205-696A-40CD-85D0-ED838A1168AD}" type="presOf" srcId="{38DC52BC-3495-4654-A05D-0E4369D8632F}" destId="{420DDFBC-2EBB-4516-9619-2F771726C3C7}" srcOrd="0" destOrd="0" presId="urn:microsoft.com/office/officeart/2005/8/layout/hierarchy1#1"/>
    <dgm:cxn modelId="{2A31B40A-B483-416F-A40D-AE1D430E11D8}" srcId="{62E78575-E260-44D4-BB75-A6E766AEBCD1}" destId="{3383DB9A-515A-480F-9056-604875737F8F}" srcOrd="1" destOrd="0" parTransId="{38DC52BC-3495-4654-A05D-0E4369D8632F}" sibTransId="{3F6CF376-79C2-4F5E-8DEF-7857222483E4}"/>
    <dgm:cxn modelId="{EE7FFD1D-2189-48BD-89EE-1C4C642348D8}" type="presOf" srcId="{2B025BF8-27AC-4E10-8C3C-C957C74D29D2}" destId="{79EDF774-CE18-486E-801A-C642CEB63A53}" srcOrd="0" destOrd="0" presId="urn:microsoft.com/office/officeart/2005/8/layout/hierarchy1#1"/>
    <dgm:cxn modelId="{7F8DA12D-37C6-4CC1-A040-CE67D775B019}" type="presOf" srcId="{3383DB9A-515A-480F-9056-604875737F8F}" destId="{7B84641D-8D5D-42A6-8D42-642120613A63}" srcOrd="0" destOrd="0" presId="urn:microsoft.com/office/officeart/2005/8/layout/hierarchy1#1"/>
    <dgm:cxn modelId="{5A51787D-6F66-499D-BE2E-24F2B973AEF2}" type="presOf" srcId="{5F2A8CFD-F350-4ACA-9358-E6FE7BC639B5}" destId="{19DA2D27-F105-41BF-B787-606A1ED90E7C}" srcOrd="0" destOrd="0" presId="urn:microsoft.com/office/officeart/2005/8/layout/hierarchy1#1"/>
    <dgm:cxn modelId="{DF354F88-6C94-4DB7-B3FF-EBFD921E9D2B}" type="presOf" srcId="{C779745B-995B-4C44-A390-41215E101C2F}" destId="{3C421E40-03AB-4773-B8D7-529513B67F34}" srcOrd="0" destOrd="0" presId="urn:microsoft.com/office/officeart/2005/8/layout/hierarchy1#1"/>
    <dgm:cxn modelId="{5888D48E-F913-4190-852E-752CE16DBA4D}" type="presOf" srcId="{D4C325BD-9549-48DE-B767-673BB332B5EA}" destId="{41644B56-068B-4017-8E53-8FEFD601EB2E}" srcOrd="0" destOrd="0" presId="urn:microsoft.com/office/officeart/2005/8/layout/hierarchy1#1"/>
    <dgm:cxn modelId="{0AE628A3-4B78-4E58-864E-F430BA43FB5F}" srcId="{30D0069E-902A-457B-B0EE-4E258398C201}" destId="{5F2A8CFD-F350-4ACA-9358-E6FE7BC639B5}" srcOrd="0" destOrd="0" parTransId="{2B025BF8-27AC-4E10-8C3C-C957C74D29D2}" sibTransId="{84AF98F4-CC76-459D-A56C-E7488B3D4F3F}"/>
    <dgm:cxn modelId="{A23BDEAD-ACE7-417D-A6EB-CE0D03B79AE8}" type="presOf" srcId="{30D0069E-902A-457B-B0EE-4E258398C201}" destId="{04F09524-38C7-4924-A2F5-501B2F746A80}" srcOrd="0" destOrd="0" presId="urn:microsoft.com/office/officeart/2005/8/layout/hierarchy1#1"/>
    <dgm:cxn modelId="{AB3FA7BB-0618-41F2-B995-EBEAF7B89524}" srcId="{62E78575-E260-44D4-BB75-A6E766AEBCD1}" destId="{30D0069E-902A-457B-B0EE-4E258398C201}" srcOrd="0" destOrd="0" parTransId="{CDB055FD-518D-4B41-88E9-E9027CB29279}" sibTransId="{59974760-3314-492B-8D0F-8D5892CEAC06}"/>
    <dgm:cxn modelId="{600DCDBE-DDEB-40EB-9231-E4BCE973F38D}" srcId="{D4C325BD-9549-48DE-B767-673BB332B5EA}" destId="{62E78575-E260-44D4-BB75-A6E766AEBCD1}" srcOrd="0" destOrd="0" parTransId="{3B822996-21E6-410B-8954-2B1069D7B6FB}" sibTransId="{C7C13779-0EAF-4162-BBD9-14C4E6989FE3}"/>
    <dgm:cxn modelId="{E3F4C4ED-2423-45AC-AD06-17006DB41735}" type="presOf" srcId="{62E78575-E260-44D4-BB75-A6E766AEBCD1}" destId="{33EB6107-80FC-4172-B0B9-7ADFF2D5647D}" srcOrd="0" destOrd="0" presId="urn:microsoft.com/office/officeart/2005/8/layout/hierarchy1#1"/>
    <dgm:cxn modelId="{28F650F1-AF2E-4F19-8FD9-A739DF85A197}" type="presOf" srcId="{234B2FE2-D321-49F6-97F6-702A6B0FDB8B}" destId="{84B1CB50-CA87-47D7-A10D-A40A3DBAE8EE}" srcOrd="0" destOrd="0" presId="urn:microsoft.com/office/officeart/2005/8/layout/hierarchy1#1"/>
    <dgm:cxn modelId="{D13495F4-F095-4004-B820-2C5207140F74}" srcId="{30D0069E-902A-457B-B0EE-4E258398C201}" destId="{C779745B-995B-4C44-A390-41215E101C2F}" srcOrd="1" destOrd="0" parTransId="{234B2FE2-D321-49F6-97F6-702A6B0FDB8B}" sibTransId="{E5AFC41D-5D4E-41FA-9432-ED762C9B75C2}"/>
    <dgm:cxn modelId="{2A5FD52D-D3BE-4E39-A183-C0B00B54B3AF}" type="presParOf" srcId="{41644B56-068B-4017-8E53-8FEFD601EB2E}" destId="{7A9D75D5-7724-4FE1-B389-87888982DF3A}" srcOrd="0" destOrd="0" presId="urn:microsoft.com/office/officeart/2005/8/layout/hierarchy1#1"/>
    <dgm:cxn modelId="{8045A073-3BDA-45FD-AB21-0DE3891F5EF1}" type="presParOf" srcId="{7A9D75D5-7724-4FE1-B389-87888982DF3A}" destId="{028171FE-DE20-4966-B391-145202022BE6}" srcOrd="0" destOrd="0" presId="urn:microsoft.com/office/officeart/2005/8/layout/hierarchy1#1"/>
    <dgm:cxn modelId="{1A01E40C-6749-4E52-948C-7B7CEF883A87}" type="presParOf" srcId="{028171FE-DE20-4966-B391-145202022BE6}" destId="{5609EAF5-24F6-4F2A-B601-1396249C4CEE}" srcOrd="0" destOrd="0" presId="urn:microsoft.com/office/officeart/2005/8/layout/hierarchy1#1"/>
    <dgm:cxn modelId="{AD9B8197-51FC-490B-A565-B544BCAAFD47}" type="presParOf" srcId="{028171FE-DE20-4966-B391-145202022BE6}" destId="{33EB6107-80FC-4172-B0B9-7ADFF2D5647D}" srcOrd="1" destOrd="0" presId="urn:microsoft.com/office/officeart/2005/8/layout/hierarchy1#1"/>
    <dgm:cxn modelId="{F34E6C4C-CA27-4F0A-9197-BB503CEEDF6A}" type="presParOf" srcId="{7A9D75D5-7724-4FE1-B389-87888982DF3A}" destId="{F0C35A5F-906A-4422-A8B1-D0F51407F99C}" srcOrd="1" destOrd="0" presId="urn:microsoft.com/office/officeart/2005/8/layout/hierarchy1#1"/>
    <dgm:cxn modelId="{9D422DCD-967C-4A3D-B8EE-FF955D428032}" type="presParOf" srcId="{F0C35A5F-906A-4422-A8B1-D0F51407F99C}" destId="{DE9B7EA6-6626-4A13-9A11-BA7130B3EBAE}" srcOrd="0" destOrd="0" presId="urn:microsoft.com/office/officeart/2005/8/layout/hierarchy1#1"/>
    <dgm:cxn modelId="{C0E4F12B-9666-4C05-A456-0F8FA685FF7D}" type="presParOf" srcId="{F0C35A5F-906A-4422-A8B1-D0F51407F99C}" destId="{C7291406-4FAE-438D-A474-0D0D9A401184}" srcOrd="1" destOrd="0" presId="urn:microsoft.com/office/officeart/2005/8/layout/hierarchy1#1"/>
    <dgm:cxn modelId="{39CEFF5B-44B1-4BB3-B15F-3E96BED443CD}" type="presParOf" srcId="{C7291406-4FAE-438D-A474-0D0D9A401184}" destId="{656BDFC0-CBE5-46FA-BCCF-DF6523D057EB}" srcOrd="0" destOrd="0" presId="urn:microsoft.com/office/officeart/2005/8/layout/hierarchy1#1"/>
    <dgm:cxn modelId="{142292CF-F937-441D-ACD6-D2CD507822CA}" type="presParOf" srcId="{656BDFC0-CBE5-46FA-BCCF-DF6523D057EB}" destId="{05C2B1E4-7866-4725-9110-14A2408F1105}" srcOrd="0" destOrd="0" presId="urn:microsoft.com/office/officeart/2005/8/layout/hierarchy1#1"/>
    <dgm:cxn modelId="{E967EE81-8B36-442E-971B-B9055F99325F}" type="presParOf" srcId="{656BDFC0-CBE5-46FA-BCCF-DF6523D057EB}" destId="{04F09524-38C7-4924-A2F5-501B2F746A80}" srcOrd="1" destOrd="0" presId="urn:microsoft.com/office/officeart/2005/8/layout/hierarchy1#1"/>
    <dgm:cxn modelId="{A586A5CC-417F-4BEE-848D-36F736136FFB}" type="presParOf" srcId="{C7291406-4FAE-438D-A474-0D0D9A401184}" destId="{057EC2BC-F340-4841-BBE6-D7AE95F7F513}" srcOrd="1" destOrd="0" presId="urn:microsoft.com/office/officeart/2005/8/layout/hierarchy1#1"/>
    <dgm:cxn modelId="{4D9AD6A0-AD25-4D24-A228-1FC30FC913A7}" type="presParOf" srcId="{057EC2BC-F340-4841-BBE6-D7AE95F7F513}" destId="{79EDF774-CE18-486E-801A-C642CEB63A53}" srcOrd="0" destOrd="0" presId="urn:microsoft.com/office/officeart/2005/8/layout/hierarchy1#1"/>
    <dgm:cxn modelId="{A96415E3-E30A-49ED-8C16-8F771DBD18F8}" type="presParOf" srcId="{057EC2BC-F340-4841-BBE6-D7AE95F7F513}" destId="{E0B4444B-FBC2-49DC-8A8E-4613D1D28471}" srcOrd="1" destOrd="0" presId="urn:microsoft.com/office/officeart/2005/8/layout/hierarchy1#1"/>
    <dgm:cxn modelId="{0756BE3D-884B-4EDC-9911-037BDFEC0355}" type="presParOf" srcId="{E0B4444B-FBC2-49DC-8A8E-4613D1D28471}" destId="{8877CAB3-0AA5-483B-ACCA-6D6E2D49E134}" srcOrd="0" destOrd="0" presId="urn:microsoft.com/office/officeart/2005/8/layout/hierarchy1#1"/>
    <dgm:cxn modelId="{A59D561D-A2CD-4523-B078-D885AF86780C}" type="presParOf" srcId="{8877CAB3-0AA5-483B-ACCA-6D6E2D49E134}" destId="{626BF072-B435-444E-B1FA-C2EEE9F4ABF4}" srcOrd="0" destOrd="0" presId="urn:microsoft.com/office/officeart/2005/8/layout/hierarchy1#1"/>
    <dgm:cxn modelId="{EF68DD9E-5D80-410C-8BAF-4178DFCC4F8E}" type="presParOf" srcId="{8877CAB3-0AA5-483B-ACCA-6D6E2D49E134}" destId="{19DA2D27-F105-41BF-B787-606A1ED90E7C}" srcOrd="1" destOrd="0" presId="urn:microsoft.com/office/officeart/2005/8/layout/hierarchy1#1"/>
    <dgm:cxn modelId="{4589CA25-9F33-49FE-8E2E-12F494C937A3}" type="presParOf" srcId="{E0B4444B-FBC2-49DC-8A8E-4613D1D28471}" destId="{F53B95FC-BDC0-407E-A86C-91B69427766E}" srcOrd="1" destOrd="0" presId="urn:microsoft.com/office/officeart/2005/8/layout/hierarchy1#1"/>
    <dgm:cxn modelId="{C82B41CD-AA18-4041-BE44-EDBFD9B81892}" type="presParOf" srcId="{057EC2BC-F340-4841-BBE6-D7AE95F7F513}" destId="{84B1CB50-CA87-47D7-A10D-A40A3DBAE8EE}" srcOrd="2" destOrd="0" presId="urn:microsoft.com/office/officeart/2005/8/layout/hierarchy1#1"/>
    <dgm:cxn modelId="{688DB3B8-0003-4CAC-BBBB-EA0B5FADA2E6}" type="presParOf" srcId="{057EC2BC-F340-4841-BBE6-D7AE95F7F513}" destId="{99D6A843-F8C9-4BA2-B4EF-78D49555119E}" srcOrd="3" destOrd="0" presId="urn:microsoft.com/office/officeart/2005/8/layout/hierarchy1#1"/>
    <dgm:cxn modelId="{884EBAAF-EB4A-4AAB-A94D-7DFA15BE2A92}" type="presParOf" srcId="{99D6A843-F8C9-4BA2-B4EF-78D49555119E}" destId="{988DCFBA-F44A-4BF3-BAE0-6A74C87EDB39}" srcOrd="0" destOrd="0" presId="urn:microsoft.com/office/officeart/2005/8/layout/hierarchy1#1"/>
    <dgm:cxn modelId="{CB9719CB-25EE-4FA8-9E9A-A23C87B985A0}" type="presParOf" srcId="{988DCFBA-F44A-4BF3-BAE0-6A74C87EDB39}" destId="{8A30119B-1D99-4557-B343-A0D536C1264F}" srcOrd="0" destOrd="0" presId="urn:microsoft.com/office/officeart/2005/8/layout/hierarchy1#1"/>
    <dgm:cxn modelId="{18CF040D-DFF4-41C9-B8CE-A4C5DC5E2E6A}" type="presParOf" srcId="{988DCFBA-F44A-4BF3-BAE0-6A74C87EDB39}" destId="{3C421E40-03AB-4773-B8D7-529513B67F34}" srcOrd="1" destOrd="0" presId="urn:microsoft.com/office/officeart/2005/8/layout/hierarchy1#1"/>
    <dgm:cxn modelId="{48A5E786-B805-42D2-9A0D-F944F9DD0223}" type="presParOf" srcId="{99D6A843-F8C9-4BA2-B4EF-78D49555119E}" destId="{807D38D8-48A7-4D15-9A3C-0B99639EA2C8}" srcOrd="1" destOrd="0" presId="urn:microsoft.com/office/officeart/2005/8/layout/hierarchy1#1"/>
    <dgm:cxn modelId="{246686CC-E598-4771-8A28-3DE296F36F59}" type="presParOf" srcId="{F0C35A5F-906A-4422-A8B1-D0F51407F99C}" destId="{420DDFBC-2EBB-4516-9619-2F771726C3C7}" srcOrd="2" destOrd="0" presId="urn:microsoft.com/office/officeart/2005/8/layout/hierarchy1#1"/>
    <dgm:cxn modelId="{C176EE32-5571-490E-869A-73D8E2AE1A7A}" type="presParOf" srcId="{F0C35A5F-906A-4422-A8B1-D0F51407F99C}" destId="{0C006905-5BE2-4E6C-A6C8-EA1F8D678786}" srcOrd="3" destOrd="0" presId="urn:microsoft.com/office/officeart/2005/8/layout/hierarchy1#1"/>
    <dgm:cxn modelId="{1A3A35D3-6839-43F1-92C4-0AACD6251A9F}" type="presParOf" srcId="{0C006905-5BE2-4E6C-A6C8-EA1F8D678786}" destId="{9AEC6B05-006F-4D2D-9EFE-7C9DFCD8B3DF}" srcOrd="0" destOrd="0" presId="urn:microsoft.com/office/officeart/2005/8/layout/hierarchy1#1"/>
    <dgm:cxn modelId="{43B25092-51D2-455E-B4EC-106E14A77B5C}" type="presParOf" srcId="{9AEC6B05-006F-4D2D-9EFE-7C9DFCD8B3DF}" destId="{7CD27C79-20F9-4294-8B6D-CD653BBCFD8C}" srcOrd="0" destOrd="0" presId="urn:microsoft.com/office/officeart/2005/8/layout/hierarchy1#1"/>
    <dgm:cxn modelId="{81C6AE08-4BD2-4B2F-BBE5-68A053D1144B}" type="presParOf" srcId="{9AEC6B05-006F-4D2D-9EFE-7C9DFCD8B3DF}" destId="{7B84641D-8D5D-42A6-8D42-642120613A63}" srcOrd="1" destOrd="0" presId="urn:microsoft.com/office/officeart/2005/8/layout/hierarchy1#1"/>
    <dgm:cxn modelId="{AF3A8DAD-1D2F-4EEC-A1DC-85D5BEDE584C}" type="presParOf" srcId="{0C006905-5BE2-4E6C-A6C8-EA1F8D678786}" destId="{C3624AD1-5711-4AA5-ACEE-9BBEC2CFA2AA}" srcOrd="1" destOrd="0" presId="urn:microsoft.com/office/officeart/2005/8/layout/hierarchy1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0DDFBC-2EBB-4516-9619-2F771726C3C7}">
      <dsp:nvSpPr>
        <dsp:cNvPr id="0" name=""/>
        <dsp:cNvSpPr/>
      </dsp:nvSpPr>
      <dsp:spPr bwMode="auto">
        <a:xfrm>
          <a:off x="1883351" y="550740"/>
          <a:ext cx="529124" cy="2518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1604"/>
              </a:lnTo>
              <a:lnTo>
                <a:pt x="529124" y="171604"/>
              </a:lnTo>
              <a:lnTo>
                <a:pt x="529124" y="25181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84B1CB50-CA87-47D7-A10D-A40A3DBAE8EE}">
      <dsp:nvSpPr>
        <dsp:cNvPr id="0" name=""/>
        <dsp:cNvSpPr/>
      </dsp:nvSpPr>
      <dsp:spPr bwMode="auto">
        <a:xfrm>
          <a:off x="1354227" y="1352364"/>
          <a:ext cx="529124" cy="2518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1604"/>
              </a:lnTo>
              <a:lnTo>
                <a:pt x="529124" y="171604"/>
              </a:lnTo>
              <a:lnTo>
                <a:pt x="529124" y="25181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79EDF774-CE18-486E-801A-C642CEB63A53}">
      <dsp:nvSpPr>
        <dsp:cNvPr id="0" name=""/>
        <dsp:cNvSpPr/>
      </dsp:nvSpPr>
      <dsp:spPr bwMode="auto">
        <a:xfrm>
          <a:off x="825103" y="1352364"/>
          <a:ext cx="529124" cy="251815"/>
        </a:xfrm>
        <a:custGeom>
          <a:avLst/>
          <a:gdLst/>
          <a:ahLst/>
          <a:cxnLst/>
          <a:rect l="0" t="0" r="0" b="0"/>
          <a:pathLst>
            <a:path>
              <a:moveTo>
                <a:pt x="529124" y="0"/>
              </a:moveTo>
              <a:lnTo>
                <a:pt x="529124" y="171604"/>
              </a:lnTo>
              <a:lnTo>
                <a:pt x="0" y="171604"/>
              </a:lnTo>
              <a:lnTo>
                <a:pt x="0" y="25181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DE9B7EA6-6626-4A13-9A11-BA7130B3EBAE}">
      <dsp:nvSpPr>
        <dsp:cNvPr id="0" name=""/>
        <dsp:cNvSpPr/>
      </dsp:nvSpPr>
      <dsp:spPr bwMode="auto">
        <a:xfrm>
          <a:off x="1354227" y="550740"/>
          <a:ext cx="529124" cy="251815"/>
        </a:xfrm>
        <a:custGeom>
          <a:avLst/>
          <a:gdLst/>
          <a:ahLst/>
          <a:cxnLst/>
          <a:rect l="0" t="0" r="0" b="0"/>
          <a:pathLst>
            <a:path>
              <a:moveTo>
                <a:pt x="529124" y="0"/>
              </a:moveTo>
              <a:lnTo>
                <a:pt x="529124" y="171604"/>
              </a:lnTo>
              <a:lnTo>
                <a:pt x="0" y="171604"/>
              </a:lnTo>
              <a:lnTo>
                <a:pt x="0" y="25181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5609EAF5-24F6-4F2A-B601-1396249C4CEE}">
      <dsp:nvSpPr>
        <dsp:cNvPr id="0" name=""/>
        <dsp:cNvSpPr/>
      </dsp:nvSpPr>
      <dsp:spPr bwMode="auto">
        <a:xfrm>
          <a:off x="1450432" y="932"/>
          <a:ext cx="865839" cy="5498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33EB6107-80FC-4172-B0B9-7ADFF2D5647D}">
      <dsp:nvSpPr>
        <dsp:cNvPr id="0" name=""/>
        <dsp:cNvSpPr/>
      </dsp:nvSpPr>
      <dsp:spPr bwMode="auto">
        <a:xfrm>
          <a:off x="1546636" y="92326"/>
          <a:ext cx="865839" cy="5498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/>
          </a:pPr>
          <a:r>
            <a:rPr lang="sr-Latn-CS" sz="2300" kern="1200"/>
            <a:t>body</a:t>
          </a:r>
          <a:endParaRPr lang="en-US" sz="2300" kern="1200"/>
        </a:p>
      </dsp:txBody>
      <dsp:txXfrm>
        <a:off x="1562739" y="108429"/>
        <a:ext cx="833633" cy="517602"/>
      </dsp:txXfrm>
    </dsp:sp>
    <dsp:sp modelId="{05C2B1E4-7866-4725-9110-14A2408F1105}">
      <dsp:nvSpPr>
        <dsp:cNvPr id="0" name=""/>
        <dsp:cNvSpPr/>
      </dsp:nvSpPr>
      <dsp:spPr bwMode="auto">
        <a:xfrm>
          <a:off x="921307" y="802555"/>
          <a:ext cx="865839" cy="5498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04F09524-38C7-4924-A2F5-501B2F746A80}">
      <dsp:nvSpPr>
        <dsp:cNvPr id="0" name=""/>
        <dsp:cNvSpPr/>
      </dsp:nvSpPr>
      <dsp:spPr bwMode="auto">
        <a:xfrm>
          <a:off x="1017512" y="893949"/>
          <a:ext cx="865839" cy="549808"/>
        </a:xfrm>
        <a:prstGeom prst="roundRect">
          <a:avLst>
            <a:gd name="adj" fmla="val 10000"/>
          </a:avLst>
        </a:prstGeom>
        <a:solidFill>
          <a:srgbClr val="9ECB33"/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/>
          </a:pPr>
          <a:r>
            <a:rPr lang="sr-Latn-CS" sz="2300" kern="1200"/>
            <a:t>div</a:t>
          </a:r>
          <a:endParaRPr lang="en-US" sz="2300" kern="1200"/>
        </a:p>
      </dsp:txBody>
      <dsp:txXfrm>
        <a:off x="1033615" y="910052"/>
        <a:ext cx="833633" cy="517602"/>
      </dsp:txXfrm>
    </dsp:sp>
    <dsp:sp modelId="{626BF072-B435-444E-B1FA-C2EEE9F4ABF4}">
      <dsp:nvSpPr>
        <dsp:cNvPr id="0" name=""/>
        <dsp:cNvSpPr/>
      </dsp:nvSpPr>
      <dsp:spPr bwMode="auto">
        <a:xfrm>
          <a:off x="392183" y="1604179"/>
          <a:ext cx="865839" cy="5498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19DA2D27-F105-41BF-B787-606A1ED90E7C}">
      <dsp:nvSpPr>
        <dsp:cNvPr id="0" name=""/>
        <dsp:cNvSpPr/>
      </dsp:nvSpPr>
      <dsp:spPr bwMode="auto">
        <a:xfrm>
          <a:off x="488387" y="1695573"/>
          <a:ext cx="865839" cy="549808"/>
        </a:xfrm>
        <a:prstGeom prst="roundRect">
          <a:avLst>
            <a:gd name="adj" fmla="val 10000"/>
          </a:avLst>
        </a:prstGeom>
        <a:solidFill>
          <a:srgbClr val="FF6600"/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/>
          </a:pPr>
          <a:r>
            <a:rPr lang="sr-Latn-CS" sz="2300" kern="1200"/>
            <a:t>div</a:t>
          </a:r>
          <a:endParaRPr lang="en-US" sz="2300" kern="1200"/>
        </a:p>
      </dsp:txBody>
      <dsp:txXfrm>
        <a:off x="504490" y="1711676"/>
        <a:ext cx="833633" cy="517602"/>
      </dsp:txXfrm>
    </dsp:sp>
    <dsp:sp modelId="{8A30119B-1D99-4557-B343-A0D536C1264F}">
      <dsp:nvSpPr>
        <dsp:cNvPr id="0" name=""/>
        <dsp:cNvSpPr/>
      </dsp:nvSpPr>
      <dsp:spPr bwMode="auto">
        <a:xfrm>
          <a:off x="1450432" y="1604179"/>
          <a:ext cx="865839" cy="5498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3C421E40-03AB-4773-B8D7-529513B67F34}">
      <dsp:nvSpPr>
        <dsp:cNvPr id="0" name=""/>
        <dsp:cNvSpPr/>
      </dsp:nvSpPr>
      <dsp:spPr bwMode="auto">
        <a:xfrm>
          <a:off x="1546636" y="1695573"/>
          <a:ext cx="865839" cy="549808"/>
        </a:xfrm>
        <a:prstGeom prst="roundRect">
          <a:avLst>
            <a:gd name="adj" fmla="val 10000"/>
          </a:avLst>
        </a:prstGeom>
        <a:solidFill>
          <a:srgbClr val="FF6600"/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/>
          </a:pPr>
          <a:r>
            <a:rPr lang="sr-Latn-CS" sz="2300" kern="1200"/>
            <a:t>div</a:t>
          </a:r>
          <a:endParaRPr lang="en-US" sz="2300" kern="1200"/>
        </a:p>
      </dsp:txBody>
      <dsp:txXfrm>
        <a:off x="1562739" y="1711676"/>
        <a:ext cx="833633" cy="517602"/>
      </dsp:txXfrm>
    </dsp:sp>
    <dsp:sp modelId="{7CD27C79-20F9-4294-8B6D-CD653BBCFD8C}">
      <dsp:nvSpPr>
        <dsp:cNvPr id="0" name=""/>
        <dsp:cNvSpPr/>
      </dsp:nvSpPr>
      <dsp:spPr bwMode="auto">
        <a:xfrm>
          <a:off x="1979556" y="802555"/>
          <a:ext cx="865839" cy="5498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7B84641D-8D5D-42A6-8D42-642120613A63}">
      <dsp:nvSpPr>
        <dsp:cNvPr id="0" name=""/>
        <dsp:cNvSpPr/>
      </dsp:nvSpPr>
      <dsp:spPr bwMode="auto">
        <a:xfrm>
          <a:off x="2075760" y="893949"/>
          <a:ext cx="865839" cy="549808"/>
        </a:xfrm>
        <a:prstGeom prst="roundRect">
          <a:avLst>
            <a:gd name="adj" fmla="val 10000"/>
          </a:avLst>
        </a:prstGeom>
        <a:solidFill>
          <a:srgbClr val="9ECB33"/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/>
          </a:pPr>
          <a:r>
            <a:rPr lang="sr-Latn-CS" sz="2300" kern="1200"/>
            <a:t>div</a:t>
          </a:r>
          <a:endParaRPr lang="en-US" sz="2300" kern="1200"/>
        </a:p>
      </dsp:txBody>
      <dsp:txXfrm>
        <a:off x="2091863" y="910052"/>
        <a:ext cx="833633" cy="5176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#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69328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04431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75956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6077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69692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29141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71901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5694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5398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55317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42196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72333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95991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12211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01718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22002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21797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40979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57125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78084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62351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01985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04304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81658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24499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87428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551667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491249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251087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236981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65291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811791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689689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99328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373393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038737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172782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145033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780120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312063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356852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216532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gc620bbb03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2" name="Google Shape;2292;gc620bbb03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7348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076325" y="1863600"/>
            <a:ext cx="4962600" cy="141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91CCF25-396F-0818-B065-B8C0D0323E30}"/>
              </a:ext>
            </a:extLst>
          </p:cNvPr>
          <p:cNvSpPr txBox="1">
            <a:spLocks/>
          </p:cNvSpPr>
          <p:nvPr/>
        </p:nvSpPr>
        <p:spPr>
          <a:xfrm>
            <a:off x="2618889" y="4507428"/>
            <a:ext cx="3906222" cy="47865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297" algn="ctr"/>
            <a:r>
              <a:rPr lang="sr-Latn-RS" sz="1600" b="1">
                <a:latin typeface="Calibri" panose="020F0502020204030204" pitchFamily="34" charset="0"/>
                <a:cs typeface="Calibri" panose="020F0502020204030204" pitchFamily="34" charset="0"/>
              </a:rPr>
              <a:t>Web programiranje</a:t>
            </a:r>
          </a:p>
          <a:p>
            <a:pPr marL="114297" algn="ctr"/>
            <a:r>
              <a:rPr lang="sr-Latn-RS" sz="1400">
                <a:latin typeface="Calibri" panose="020F0502020204030204" pitchFamily="34" charset="0"/>
                <a:cs typeface="Calibri" panose="020F0502020204030204" pitchFamily="34" charset="0"/>
              </a:rPr>
              <a:t>Računarstvo i informatika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43806E-07C0-E3DD-312E-0DACCE842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" y="62823"/>
            <a:ext cx="631064" cy="631064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CF83B4F-D89E-4448-31B2-14CAFE0AF677}"/>
              </a:ext>
            </a:extLst>
          </p:cNvPr>
          <p:cNvSpPr txBox="1">
            <a:spLocks/>
          </p:cNvSpPr>
          <p:nvPr/>
        </p:nvSpPr>
        <p:spPr>
          <a:xfrm>
            <a:off x="51846" y="4312224"/>
            <a:ext cx="2516851" cy="67385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297"/>
            <a:r>
              <a:rPr lang="sr-Latn-RS" sz="1400">
                <a:latin typeface="Calibri" panose="020F0502020204030204" pitchFamily="34" charset="0"/>
                <a:cs typeface="Calibri" panose="020F0502020204030204" pitchFamily="34" charset="0"/>
              </a:rPr>
              <a:t>prof. dr Ivan Petković</a:t>
            </a:r>
          </a:p>
          <a:p>
            <a:pPr marL="114297"/>
            <a:r>
              <a:rPr lang="sr-Latn-RS" sz="1400">
                <a:latin typeface="Calibri" panose="020F0502020204030204" pitchFamily="34" charset="0"/>
                <a:cs typeface="Calibri" panose="020F0502020204030204" pitchFamily="34" charset="0"/>
              </a:rPr>
              <a:t>Darko Puflović</a:t>
            </a:r>
          </a:p>
          <a:p>
            <a:pPr marL="114297"/>
            <a:r>
              <a:rPr lang="sr-Latn-RS" sz="1400">
                <a:latin typeface="Calibri" panose="020F0502020204030204" pitchFamily="34" charset="0"/>
                <a:cs typeface="Calibri" panose="020F0502020204030204" pitchFamily="34" charset="0"/>
              </a:rPr>
              <a:t>Nevena Tufegdžić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1304172-5F54-A6DB-E637-684E7F19A872}"/>
              </a:ext>
            </a:extLst>
          </p:cNvPr>
          <p:cNvSpPr txBox="1">
            <a:spLocks/>
          </p:cNvSpPr>
          <p:nvPr/>
        </p:nvSpPr>
        <p:spPr>
          <a:xfrm>
            <a:off x="7976283" y="4648120"/>
            <a:ext cx="849758" cy="33796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297" algn="ctr"/>
            <a:r>
              <a:rPr lang="sr-Latn-RS" sz="1400">
                <a:latin typeface="Calibri" panose="020F0502020204030204" pitchFamily="34" charset="0"/>
                <a:cs typeface="Calibri" panose="020F0502020204030204" pitchFamily="34" charset="0"/>
              </a:rPr>
              <a:t>2023.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455EB2-E90C-E11A-9B2E-59974FB7D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9232" y="2754908"/>
            <a:ext cx="1752520" cy="1752520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2B38365-439B-3046-35D7-C5F6C0CB171D}"/>
              </a:ext>
            </a:extLst>
          </p:cNvPr>
          <p:cNvSpPr txBox="1">
            <a:spLocks/>
          </p:cNvSpPr>
          <p:nvPr userDrawn="1"/>
        </p:nvSpPr>
        <p:spPr>
          <a:xfrm>
            <a:off x="2618889" y="4507427"/>
            <a:ext cx="3906222" cy="47865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algn="ctr"/>
            <a:r>
              <a:rPr lang="sr-Latn-RS" sz="1600" b="1">
                <a:latin typeface="Calibri" panose="020F0502020204030204" pitchFamily="34" charset="0"/>
                <a:cs typeface="Calibri" panose="020F0502020204030204" pitchFamily="34" charset="0"/>
              </a:rPr>
              <a:t>Web programiranje</a:t>
            </a:r>
          </a:p>
          <a:p>
            <a:pPr marL="114300" algn="ctr"/>
            <a:r>
              <a:rPr lang="sr-Latn-RS">
                <a:latin typeface="Calibri" panose="020F0502020204030204" pitchFamily="34" charset="0"/>
                <a:cs typeface="Calibri" panose="020F0502020204030204" pitchFamily="34" charset="0"/>
              </a:rPr>
              <a:t>Računarstvo i informatika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6D7EE0-092F-30E6-5614-D7005379A9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845" y="62822"/>
            <a:ext cx="631064" cy="631064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98E0254-1D93-75A1-26EF-12DFBF508B34}"/>
              </a:ext>
            </a:extLst>
          </p:cNvPr>
          <p:cNvSpPr txBox="1">
            <a:spLocks/>
          </p:cNvSpPr>
          <p:nvPr userDrawn="1"/>
        </p:nvSpPr>
        <p:spPr>
          <a:xfrm>
            <a:off x="51845" y="4312223"/>
            <a:ext cx="2516851" cy="67385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/>
            <a:r>
              <a:rPr lang="sr-Latn-RS">
                <a:latin typeface="Calibri" panose="020F0502020204030204" pitchFamily="34" charset="0"/>
                <a:cs typeface="Calibri" panose="020F0502020204030204" pitchFamily="34" charset="0"/>
              </a:rPr>
              <a:t>prof. dr Ivan Petković</a:t>
            </a:r>
          </a:p>
          <a:p>
            <a:pPr marL="114300"/>
            <a:r>
              <a:rPr lang="sr-Latn-RS">
                <a:latin typeface="Calibri" panose="020F0502020204030204" pitchFamily="34" charset="0"/>
                <a:cs typeface="Calibri" panose="020F0502020204030204" pitchFamily="34" charset="0"/>
              </a:rPr>
              <a:t>Darko Puflović</a:t>
            </a:r>
          </a:p>
          <a:p>
            <a:pPr marL="114300"/>
            <a:r>
              <a:rPr lang="sr-Latn-RS">
                <a:latin typeface="Calibri" panose="020F0502020204030204" pitchFamily="34" charset="0"/>
                <a:cs typeface="Calibri" panose="020F0502020204030204" pitchFamily="34" charset="0"/>
              </a:rPr>
              <a:t>Nevena Tufegdžić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A5DD4C7-E0EC-8509-81A7-A732C5040327}"/>
              </a:ext>
            </a:extLst>
          </p:cNvPr>
          <p:cNvSpPr txBox="1">
            <a:spLocks/>
          </p:cNvSpPr>
          <p:nvPr userDrawn="1"/>
        </p:nvSpPr>
        <p:spPr>
          <a:xfrm>
            <a:off x="7976282" y="4648120"/>
            <a:ext cx="849758" cy="33796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algn="ctr"/>
            <a:r>
              <a:rPr lang="sr-Latn-RS">
                <a:latin typeface="Calibri" panose="020F0502020204030204" pitchFamily="34" charset="0"/>
                <a:cs typeface="Calibri" panose="020F0502020204030204" pitchFamily="34" charset="0"/>
              </a:rPr>
              <a:t>2023.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9622C11-D824-52DC-AB7C-D5E845F9200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99232" y="2754907"/>
            <a:ext cx="1752520" cy="175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941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1_Title">
    <p:bg>
      <p:bgPr>
        <a:gradFill>
          <a:gsLst>
            <a:gs pos="0">
              <a:schemeClr val="bg1"/>
            </a:gs>
            <a:gs pos="100000">
              <a:schemeClr val="accent6">
                <a:lumMod val="20000"/>
                <a:lumOff val="80000"/>
              </a:schemeClr>
            </a:gs>
          </a:gsLst>
          <a:lin ang="16200038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076325" y="1863600"/>
            <a:ext cx="4962600" cy="141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1"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43806E-07C0-E3DD-312E-0DACCE842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" y="62823"/>
            <a:ext cx="631064" cy="6310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455EB2-E90C-E11A-9B2E-59974FB7D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9232" y="2754908"/>
            <a:ext cx="1752520" cy="175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901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preserve="1">
  <p:cSld name="Title + 2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0" name="Google Shape;30;p6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71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b="1"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457201" y="1625601"/>
            <a:ext cx="7893050" cy="28511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189" lvl="0" indent="-342892">
              <a:spcBef>
                <a:spcPts val="600"/>
              </a:spcBef>
              <a:spcAft>
                <a:spcPts val="0"/>
              </a:spcAft>
              <a:buSzPts val="1800"/>
              <a:buChar char="▸"/>
              <a:defRPr sz="200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914378" lvl="1" indent="-342892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371566" lvl="2" indent="-342892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828754" lvl="3" indent="-342892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285943" lvl="4" indent="-342892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5pPr>
            <a:lvl6pPr marL="2743132" lvl="5" indent="-342892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6pPr>
            <a:lvl7pPr marL="3200320" lvl="6" indent="-342892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7pPr>
            <a:lvl8pPr marL="3657509" lvl="7" indent="-342892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8pPr>
            <a:lvl9pPr marL="4114697" lvl="8" indent="-342892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A769C79-FEC4-229C-64D1-03DC953511FC}"/>
              </a:ext>
            </a:extLst>
          </p:cNvPr>
          <p:cNvSpPr txBox="1">
            <a:spLocks/>
          </p:cNvSpPr>
          <p:nvPr/>
        </p:nvSpPr>
        <p:spPr>
          <a:xfrm>
            <a:off x="2618888" y="4887063"/>
            <a:ext cx="3906222" cy="247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297" algn="ctr"/>
            <a:r>
              <a:rPr lang="sr-Latn-RS" sz="1200">
                <a:latin typeface="Calibri" panose="020F0502020204030204" pitchFamily="34" charset="0"/>
                <a:cs typeface="Calibri" panose="020F0502020204030204" pitchFamily="34" charset="0"/>
              </a:rPr>
              <a:t>Web programiranje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54BCA4-A56C-95BC-FBCA-A68EF9437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" y="62823"/>
            <a:ext cx="405355" cy="405355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6B1F292-6B0E-7597-65C2-5BD582884D61}"/>
              </a:ext>
            </a:extLst>
          </p:cNvPr>
          <p:cNvSpPr txBox="1">
            <a:spLocks/>
          </p:cNvSpPr>
          <p:nvPr/>
        </p:nvSpPr>
        <p:spPr>
          <a:xfrm>
            <a:off x="1" y="4522136"/>
            <a:ext cx="2516851" cy="43453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297"/>
            <a:r>
              <a:rPr lang="sr-Latn-RS" sz="1200">
                <a:latin typeface="Calibri" panose="020F0502020204030204" pitchFamily="34" charset="0"/>
                <a:cs typeface="Calibri" panose="020F0502020204030204" pitchFamily="34" charset="0"/>
              </a:rPr>
              <a:t>prof. dr Ivan Petković</a:t>
            </a:r>
          </a:p>
          <a:p>
            <a:pPr marL="114297"/>
            <a:r>
              <a:rPr lang="sr-Latn-RS" sz="1200">
                <a:latin typeface="Calibri" panose="020F0502020204030204" pitchFamily="34" charset="0"/>
                <a:cs typeface="Calibri" panose="020F0502020204030204" pitchFamily="34" charset="0"/>
              </a:rPr>
              <a:t>Darko Puflović</a:t>
            </a:r>
          </a:p>
          <a:p>
            <a:pPr marL="114297"/>
            <a:r>
              <a:rPr lang="sr-Latn-RS" sz="1200">
                <a:latin typeface="Calibri" panose="020F0502020204030204" pitchFamily="34" charset="0"/>
                <a:cs typeface="Calibri" panose="020F0502020204030204" pitchFamily="34" charset="0"/>
              </a:rPr>
              <a:t>Nevena Tufegdžić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BFF9BFD-E36F-1088-423B-DEDCBDAB58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81387" y="4674850"/>
            <a:ext cx="2181225" cy="247600"/>
          </a:xfrm>
        </p:spPr>
        <p:txBody>
          <a:bodyPr/>
          <a:lstStyle>
            <a:lvl1pPr marL="114297" indent="0" algn="ctr">
              <a:buNone/>
              <a:defRPr sz="1350">
                <a:ea typeface="Calibri" panose="020F0502020204030204" pitchFamily="34" charset="0"/>
              </a:defRPr>
            </a:lvl1pPr>
          </a:lstStyle>
          <a:p>
            <a:pPr marL="114297" marR="0" lvl="0" indent="0" algn="ctr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sr-Latn-R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Naslov prezentacije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4668374-4AE8-A25F-24E4-C6C07696F143}"/>
              </a:ext>
            </a:extLst>
          </p:cNvPr>
          <p:cNvSpPr txBox="1">
            <a:spLocks/>
          </p:cNvSpPr>
          <p:nvPr userDrawn="1"/>
        </p:nvSpPr>
        <p:spPr>
          <a:xfrm>
            <a:off x="2618888" y="4887062"/>
            <a:ext cx="3906222" cy="247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algn="ctr"/>
            <a:r>
              <a:rPr lang="sr-Latn-RS" sz="1200">
                <a:latin typeface="Calibri" panose="020F0502020204030204" pitchFamily="34" charset="0"/>
                <a:cs typeface="Calibri" panose="020F0502020204030204" pitchFamily="34" charset="0"/>
              </a:rPr>
              <a:t>Web programiranje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A2D7F2-50ED-0381-3191-733609A3C2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845" y="62822"/>
            <a:ext cx="405355" cy="405355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9D533C2-C633-19D2-5232-FA95A331B6DD}"/>
              </a:ext>
            </a:extLst>
          </p:cNvPr>
          <p:cNvSpPr txBox="1">
            <a:spLocks/>
          </p:cNvSpPr>
          <p:nvPr userDrawn="1"/>
        </p:nvSpPr>
        <p:spPr>
          <a:xfrm>
            <a:off x="0" y="4522135"/>
            <a:ext cx="2516851" cy="43453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/>
            <a:r>
              <a:rPr lang="sr-Latn-RS" sz="1200">
                <a:latin typeface="Calibri" panose="020F0502020204030204" pitchFamily="34" charset="0"/>
                <a:cs typeface="Calibri" panose="020F0502020204030204" pitchFamily="34" charset="0"/>
              </a:rPr>
              <a:t>prof. dr Ivan Petković</a:t>
            </a:r>
          </a:p>
          <a:p>
            <a:pPr marL="114300"/>
            <a:r>
              <a:rPr lang="sr-Latn-RS" sz="1200">
                <a:latin typeface="Calibri" panose="020F0502020204030204" pitchFamily="34" charset="0"/>
                <a:cs typeface="Calibri" panose="020F0502020204030204" pitchFamily="34" charset="0"/>
              </a:rPr>
              <a:t>Darko Puflović</a:t>
            </a:r>
          </a:p>
          <a:p>
            <a:pPr marL="114300"/>
            <a:r>
              <a:rPr lang="sr-Latn-RS" sz="1200">
                <a:latin typeface="Calibri" panose="020F0502020204030204" pitchFamily="34" charset="0"/>
                <a:cs typeface="Calibri" panose="020F0502020204030204" pitchFamily="34" charset="0"/>
              </a:rPr>
              <a:t>Nevena Tufegdžić</a:t>
            </a:r>
          </a:p>
        </p:txBody>
      </p:sp>
    </p:spTree>
    <p:extLst>
      <p:ext uri="{BB962C8B-B14F-4D97-AF65-F5344CB8AC3E}">
        <p14:creationId xmlns:p14="http://schemas.microsoft.com/office/powerpoint/2010/main" val="1091160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Blank dark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16200038" scaled="0"/>
        </a:gra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8" name="Google Shape;58;p11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>
                <a:solidFill>
                  <a:schemeClr val="accent2"/>
                </a:solidFill>
              </a:defRPr>
            </a:lvl1pPr>
            <a:lvl2pPr lvl="1" rtl="0">
              <a:buNone/>
              <a:defRPr>
                <a:solidFill>
                  <a:schemeClr val="accent2"/>
                </a:solidFill>
              </a:defRPr>
            </a:lvl2pPr>
            <a:lvl3pPr lvl="2" rtl="0">
              <a:buNone/>
              <a:defRPr>
                <a:solidFill>
                  <a:schemeClr val="accent2"/>
                </a:solidFill>
              </a:defRPr>
            </a:lvl3pPr>
            <a:lvl4pPr lvl="3" rtl="0">
              <a:buNone/>
              <a:defRPr>
                <a:solidFill>
                  <a:schemeClr val="accent2"/>
                </a:solidFill>
              </a:defRPr>
            </a:lvl4pPr>
            <a:lvl5pPr lvl="4" rtl="0">
              <a:buNone/>
              <a:defRPr>
                <a:solidFill>
                  <a:schemeClr val="accent2"/>
                </a:solidFill>
              </a:defRPr>
            </a:lvl5pPr>
            <a:lvl6pPr lvl="5" rtl="0">
              <a:buNone/>
              <a:defRPr>
                <a:solidFill>
                  <a:schemeClr val="accent2"/>
                </a:solidFill>
              </a:defRPr>
            </a:lvl6pPr>
            <a:lvl7pPr lvl="6" rtl="0">
              <a:buNone/>
              <a:defRPr>
                <a:solidFill>
                  <a:schemeClr val="accent2"/>
                </a:solidFill>
              </a:defRPr>
            </a:lvl7pPr>
            <a:lvl8pPr lvl="7" rtl="0">
              <a:buNone/>
              <a:defRPr>
                <a:solidFill>
                  <a:schemeClr val="accent2"/>
                </a:solidFill>
              </a:defRPr>
            </a:lvl8pPr>
            <a:lvl9pPr lvl="8" rtl="0">
              <a:buNone/>
              <a:defRPr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7B5C2F-EA2D-DA2C-8E46-5FC299309E13}"/>
              </a:ext>
            </a:extLst>
          </p:cNvPr>
          <p:cNvSpPr txBox="1"/>
          <p:nvPr/>
        </p:nvSpPr>
        <p:spPr>
          <a:xfrm>
            <a:off x="967776" y="1257886"/>
            <a:ext cx="44805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7200" b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Hvala na pažnji!</a:t>
            </a:r>
            <a:endParaRPr lang="en-US" sz="7200" b="1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7782453-A70F-AB43-BBEB-35E57EE8C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6525" y="1231901"/>
            <a:ext cx="2679700" cy="2679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A41F4A-AA99-028C-2932-38C1012B5237}"/>
              </a:ext>
            </a:extLst>
          </p:cNvPr>
          <p:cNvSpPr txBox="1"/>
          <p:nvPr userDrawn="1"/>
        </p:nvSpPr>
        <p:spPr>
          <a:xfrm>
            <a:off x="967776" y="1257885"/>
            <a:ext cx="44805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7200" b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Hvala na pažnji!</a:t>
            </a:r>
            <a:endParaRPr lang="en-US" sz="7200" b="1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57AB32-BAF9-35D7-0334-1F3D9525F5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96524" y="1231900"/>
            <a:ext cx="2679700" cy="267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091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userDrawn="1">
  <p:cSld name="1_Title + 2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6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74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457044" y="1740317"/>
            <a:ext cx="268260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▸"/>
              <a:defRPr sz="1800">
                <a:latin typeface="+mn-lt"/>
              </a:defRPr>
            </a:lvl1pPr>
            <a:lvl2pPr marL="914400" lvl="1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2pPr>
            <a:lvl3pPr marL="1371600" lvl="2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3pPr>
            <a:lvl4pPr marL="1828800" lvl="3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4pPr>
            <a:lvl5pPr marL="2286000" lvl="4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5pPr>
            <a:lvl6pPr marL="2743200" lvl="5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6pPr>
            <a:lvl7pPr marL="3200400" lvl="6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7pPr>
            <a:lvl8pPr marL="3657600" lvl="7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8pPr>
            <a:lvl9pPr marL="4114800" lvl="8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2"/>
          </p:nvPr>
        </p:nvSpPr>
        <p:spPr>
          <a:xfrm>
            <a:off x="3415422" y="1740317"/>
            <a:ext cx="268260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▸"/>
              <a:defRPr sz="1800">
                <a:latin typeface="+mn-lt"/>
              </a:defRPr>
            </a:lvl1pPr>
            <a:lvl2pPr marL="914400" lvl="1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2pPr>
            <a:lvl3pPr marL="1371600" lvl="2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3pPr>
            <a:lvl4pPr marL="1828800" lvl="3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4pPr>
            <a:lvl5pPr marL="2286000" lvl="4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5pPr>
            <a:lvl6pPr marL="2743200" lvl="5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6pPr>
            <a:lvl7pPr marL="3200400" lvl="6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7pPr>
            <a:lvl8pPr marL="3657600" lvl="7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8pPr>
            <a:lvl9pPr marL="4114800" lvl="8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3FFF40-AFEB-DC60-0469-5A864ADCB7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845" y="62822"/>
            <a:ext cx="405355" cy="405355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AB02142-7741-5B4B-029A-2E2A733CC735}"/>
              </a:ext>
            </a:extLst>
          </p:cNvPr>
          <p:cNvSpPr txBox="1">
            <a:spLocks/>
          </p:cNvSpPr>
          <p:nvPr userDrawn="1"/>
        </p:nvSpPr>
        <p:spPr>
          <a:xfrm>
            <a:off x="0" y="4522135"/>
            <a:ext cx="2516851" cy="43453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/>
            <a:r>
              <a:rPr lang="sr-Latn-RS" sz="1200">
                <a:latin typeface="Calibri" panose="020F0502020204030204" pitchFamily="34" charset="0"/>
                <a:cs typeface="Calibri" panose="020F0502020204030204" pitchFamily="34" charset="0"/>
              </a:rPr>
              <a:t>prof. dr Ivan Petković</a:t>
            </a:r>
          </a:p>
          <a:p>
            <a:pPr marL="114300"/>
            <a:r>
              <a:rPr lang="sr-Latn-RS" sz="1200">
                <a:latin typeface="Calibri" panose="020F0502020204030204" pitchFamily="34" charset="0"/>
                <a:cs typeface="Calibri" panose="020F0502020204030204" pitchFamily="34" charset="0"/>
              </a:rPr>
              <a:t>Darko Puflović</a:t>
            </a:r>
          </a:p>
          <a:p>
            <a:pPr marL="114300"/>
            <a:r>
              <a:rPr lang="sr-Latn-RS" sz="1200">
                <a:latin typeface="Calibri" panose="020F0502020204030204" pitchFamily="34" charset="0"/>
                <a:cs typeface="Calibri" panose="020F0502020204030204" pitchFamily="34" charset="0"/>
              </a:rPr>
              <a:t>Nevena Tufegdžić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3B97367-8A8E-348E-1211-DB0F07894A25}"/>
              </a:ext>
            </a:extLst>
          </p:cNvPr>
          <p:cNvSpPr txBox="1">
            <a:spLocks/>
          </p:cNvSpPr>
          <p:nvPr userDrawn="1"/>
        </p:nvSpPr>
        <p:spPr>
          <a:xfrm>
            <a:off x="2618888" y="4887062"/>
            <a:ext cx="3906222" cy="247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algn="ctr"/>
            <a:r>
              <a:rPr lang="sr-Latn-RS" sz="1200">
                <a:latin typeface="Calibri" panose="020F0502020204030204" pitchFamily="34" charset="0"/>
                <a:cs typeface="Calibri" panose="020F0502020204030204" pitchFamily="34" charset="0"/>
              </a:rPr>
              <a:t>Web programiranje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6F47E108-9515-3001-5FFE-AE1BC1BCD86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81386" y="4709066"/>
            <a:ext cx="2181225" cy="247600"/>
          </a:xfrm>
        </p:spPr>
        <p:txBody>
          <a:bodyPr/>
          <a:lstStyle>
            <a:lvl1pPr marL="114300" indent="0" algn="ctr">
              <a:buNone/>
              <a:defRPr/>
            </a:lvl1pPr>
          </a:lstStyle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sr-Latn-R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Naslov prezentacije</a:t>
            </a:r>
          </a:p>
        </p:txBody>
      </p:sp>
    </p:spTree>
    <p:extLst>
      <p:ext uri="{BB962C8B-B14F-4D97-AF65-F5344CB8AC3E}">
        <p14:creationId xmlns:p14="http://schemas.microsoft.com/office/powerpoint/2010/main" val="3466545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preserve="1" userDrawn="1">
  <p:cSld name="1_Title + 2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6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71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457200" y="1625600"/>
            <a:ext cx="7893050" cy="28511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▸"/>
              <a:defRPr sz="2000">
                <a:latin typeface="+mn-lt"/>
              </a:defRPr>
            </a:lvl1pPr>
            <a:lvl2pPr marL="914400" lvl="1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2pPr>
            <a:lvl3pPr marL="1371600" lvl="2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3pPr>
            <a:lvl4pPr marL="1828800" lvl="3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4pPr>
            <a:lvl5pPr marL="2286000" lvl="4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5pPr>
            <a:lvl6pPr marL="2743200" lvl="5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6pPr>
            <a:lvl7pPr marL="3200400" lvl="6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7pPr>
            <a:lvl8pPr marL="3657600" lvl="7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8pPr>
            <a:lvl9pPr marL="4114800" lvl="8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A769C79-FEC4-229C-64D1-03DC953511FC}"/>
              </a:ext>
            </a:extLst>
          </p:cNvPr>
          <p:cNvSpPr txBox="1">
            <a:spLocks/>
          </p:cNvSpPr>
          <p:nvPr userDrawn="1"/>
        </p:nvSpPr>
        <p:spPr>
          <a:xfrm>
            <a:off x="2618888" y="4887062"/>
            <a:ext cx="3906222" cy="247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algn="ctr"/>
            <a:r>
              <a:rPr lang="sr-Latn-RS" sz="1200">
                <a:latin typeface="Calibri" panose="020F0502020204030204" pitchFamily="34" charset="0"/>
                <a:cs typeface="Calibri" panose="020F0502020204030204" pitchFamily="34" charset="0"/>
              </a:rPr>
              <a:t>Web programiranje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54BCA4-A56C-95BC-FBCA-A68EF94372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845" y="62822"/>
            <a:ext cx="405355" cy="405355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6B1F292-6B0E-7597-65C2-5BD582884D61}"/>
              </a:ext>
            </a:extLst>
          </p:cNvPr>
          <p:cNvSpPr txBox="1">
            <a:spLocks/>
          </p:cNvSpPr>
          <p:nvPr userDrawn="1"/>
        </p:nvSpPr>
        <p:spPr>
          <a:xfrm>
            <a:off x="0" y="4522135"/>
            <a:ext cx="2516851" cy="43453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/>
            <a:r>
              <a:rPr lang="sr-Latn-RS" sz="1200">
                <a:latin typeface="Calibri" panose="020F0502020204030204" pitchFamily="34" charset="0"/>
                <a:cs typeface="Calibri" panose="020F0502020204030204" pitchFamily="34" charset="0"/>
              </a:rPr>
              <a:t>prof. dr Ivan Petković</a:t>
            </a:r>
          </a:p>
          <a:p>
            <a:pPr marL="114300"/>
            <a:r>
              <a:rPr lang="sr-Latn-RS" sz="1200">
                <a:latin typeface="Calibri" panose="020F0502020204030204" pitchFamily="34" charset="0"/>
                <a:cs typeface="Calibri" panose="020F0502020204030204" pitchFamily="34" charset="0"/>
              </a:rPr>
              <a:t>Darko Puflović</a:t>
            </a:r>
          </a:p>
          <a:p>
            <a:pPr marL="114300"/>
            <a:r>
              <a:rPr lang="sr-Latn-RS" sz="1200">
                <a:latin typeface="Calibri" panose="020F0502020204030204" pitchFamily="34" charset="0"/>
                <a:cs typeface="Calibri" panose="020F0502020204030204" pitchFamily="34" charset="0"/>
              </a:rPr>
              <a:t>Nevena Tufegdžić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BFF9BFD-E36F-1088-423B-DEDCBDAB58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81386" y="4709066"/>
            <a:ext cx="2181225" cy="247600"/>
          </a:xfrm>
        </p:spPr>
        <p:txBody>
          <a:bodyPr/>
          <a:lstStyle>
            <a:lvl1pPr marL="114300" indent="0" algn="ctr">
              <a:buNone/>
              <a:defRPr/>
            </a:lvl1pPr>
          </a:lstStyle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sr-Latn-R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Naslov prezentacije</a:t>
            </a:r>
          </a:p>
        </p:txBody>
      </p:sp>
    </p:spTree>
    <p:extLst>
      <p:ext uri="{BB962C8B-B14F-4D97-AF65-F5344CB8AC3E}">
        <p14:creationId xmlns:p14="http://schemas.microsoft.com/office/powerpoint/2010/main" val="1762532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6200038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5640900" cy="26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lvl="1" indent="-3429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lvl="2" indent="-3429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lvl="3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lvl="4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lvl="5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lvl="6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lvl="7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lvl="8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120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Barlow Light"/>
              </a:defRPr>
            </a:lvl1pPr>
            <a:lvl2pPr lvl="1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3363686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59" r:id="rId6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baseline="0">
          <a:solidFill>
            <a:srgbClr val="00000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tc39.es/ecma262/2023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Events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tc39.es/ecma262/2023/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w3schools.com/jsrEF/default.asp" TargetMode="Externa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2"/>
          <p:cNvSpPr txBox="1">
            <a:spLocks noGrp="1"/>
          </p:cNvSpPr>
          <p:nvPr>
            <p:ph type="ctrTitle"/>
          </p:nvPr>
        </p:nvSpPr>
        <p:spPr>
          <a:xfrm>
            <a:off x="907021" y="1867983"/>
            <a:ext cx="5384032" cy="1450223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Osnove JavaScript-a</a:t>
            </a:r>
            <a:b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DOM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8" name="Picture 1027">
            <a:extLst>
              <a:ext uri="{FF2B5EF4-FFF2-40B4-BE49-F238E27FC236}">
                <a16:creationId xmlns:a16="http://schemas.microsoft.com/office/drawing/2014/main" id="{AF0E12AF-326D-D521-6E0A-F043A971F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204" y="1673973"/>
            <a:ext cx="1081925" cy="1081925"/>
          </a:xfrm>
          <a:prstGeom prst="rect">
            <a:avLst/>
          </a:prstGeom>
        </p:spPr>
      </p:pic>
      <p:pic>
        <p:nvPicPr>
          <p:cNvPr id="1030" name="Picture 1029">
            <a:extLst>
              <a:ext uri="{FF2B5EF4-FFF2-40B4-BE49-F238E27FC236}">
                <a16:creationId xmlns:a16="http://schemas.microsoft.com/office/drawing/2014/main" id="{F02610BB-162E-CB67-2268-E5A05A13D5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3402" y="1321196"/>
            <a:ext cx="676385" cy="9542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326FFE-DF1D-62F0-9553-C66CE2527A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9787" y="1511168"/>
            <a:ext cx="1081926" cy="10819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JavaScript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08502"/>
            <a:ext cx="8444753" cy="2905438"/>
          </a:xfrm>
        </p:spPr>
        <p:txBody>
          <a:bodyPr/>
          <a:lstStyle/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JS je univerzalni jezik klijentske strane</a:t>
            </a:r>
          </a:p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Služi za implementaciju interaktivnosti HTML dokumenta</a:t>
            </a:r>
          </a:p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Izvršava se pošto se dokument učita, ili kasnije (npr. aktivacijom linka)</a:t>
            </a:r>
          </a:p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Pomoću JS može se menjati sadržaj dokumenta, izvršavati funkcije za proveru unetih podataka i obrađivati događaji na stranici (npr. klik na dugme)</a:t>
            </a: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Osnove JS i DOM</a:t>
            </a:r>
            <a:endParaRPr lang="en-US" sz="1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3156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JavaScript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08502"/>
            <a:ext cx="8444753" cy="2905438"/>
          </a:xfrm>
        </p:spPr>
        <p:txBody>
          <a:bodyPr/>
          <a:lstStyle/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JS nije originalno objektno-orijentisani jezik, već prototipski jezik</a:t>
            </a:r>
          </a:p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Moguće je simulirati koncepte OO-paradigme</a:t>
            </a:r>
          </a:p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U pitanju je interpretatorski jezik – izvršava se liniju po liniju, što znači da će se u slučaju greške u kodu izvršiti sve do linije u kojoj se nalazi greška</a:t>
            </a:r>
          </a:p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Case-sensitive</a:t>
            </a:r>
          </a:p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Dobra praksa: camelCase (</a:t>
            </a:r>
            <a:r>
              <a:rPr lang="sr-Latn-RS" sz="2400" i="1">
                <a:latin typeface="Calibri" panose="020F0502020204030204" pitchFamily="34" charset="0"/>
                <a:cs typeface="Calibri" panose="020F0502020204030204" pitchFamily="34" charset="0"/>
              </a:rPr>
              <a:t>imePromenljive</a:t>
            </a:r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Osnove JS i DOM</a:t>
            </a:r>
            <a:endParaRPr lang="en-US" sz="1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0120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ES14 standard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163600"/>
            <a:ext cx="8444753" cy="2816299"/>
          </a:xfrm>
        </p:spPr>
        <p:txBody>
          <a:bodyPr/>
          <a:lstStyle/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JavaScript je standardizovani jezik – ECMAScript</a:t>
            </a:r>
          </a:p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Najnoviji standard je ES14</a:t>
            </a:r>
          </a:p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Prave klase su prvi put uvedene u ES6 standardu</a:t>
            </a:r>
          </a:p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Novine koje ES14 uvodi: čiste funkcije nad nizovima (toSorted, toReversed, toSpliced, with)</a:t>
            </a:r>
          </a:p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Dokumentacija se može naći na: </a:t>
            </a:r>
            <a:r>
              <a:rPr lang="en-US" sz="2400">
                <a:hlinkClick r:id="rId3"/>
              </a:rPr>
              <a:t>ECMAScript® 2023 Language Specification (tc39.es)</a:t>
            </a:r>
            <a:endParaRPr lang="sr-Latn-RS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Osnove JS i DOM</a:t>
            </a:r>
            <a:endParaRPr lang="en-US" sz="1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85147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599704" y="43471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Uključivanje JS koda u stranicu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722" y="597213"/>
            <a:ext cx="8444753" cy="3949073"/>
          </a:xfrm>
        </p:spPr>
        <p:txBody>
          <a:bodyPr/>
          <a:lstStyle/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Postoje dva načina za uključivanje JS koda u HTML stranicu:</a:t>
            </a:r>
          </a:p>
          <a:p>
            <a:pPr lvl="1"/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Inline script – korišćenjem &lt;script&gt; taga na kraju &lt;body&gt; elementa i pisanje koda u okviru ovog elementa (zastarelo i loše)</a:t>
            </a:r>
          </a:p>
          <a:p>
            <a:pPr lvl="1"/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External script (preporučeno) - &lt;script&gt; element služi da linkuje skripte u eksternim fajlovima pomoću atributa </a:t>
            </a:r>
            <a:r>
              <a:rPr lang="sr-Latn-RS" sz="2400" i="1">
                <a:latin typeface="Calibri" panose="020F0502020204030204" pitchFamily="34" charset="0"/>
                <a:cs typeface="Calibri" panose="020F0502020204030204" pitchFamily="34" charset="0"/>
              </a:rPr>
              <a:t>src</a:t>
            </a:r>
          </a:p>
          <a:p>
            <a:pPr lvl="2"/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Mogu se uključiti i JS fajlovi koji su javno dostupni na Web-u, ali za naše potrebe to je lokalna putanja</a:t>
            </a:r>
          </a:p>
          <a:p>
            <a:pPr marL="571500" lvl="1" indent="0">
              <a:buNone/>
            </a:pPr>
            <a:r>
              <a:rPr lang="sr-Latn-RS" sz="2000" b="1">
                <a:latin typeface="Consolas" panose="020B0609020204030204" pitchFamily="49" charset="0"/>
                <a:cs typeface="Calibri" panose="020F0502020204030204" pitchFamily="34" charset="0"/>
              </a:rPr>
              <a:t>&lt;script type="text/javascript" src=”main.js”&gt;&lt;/script&gt;</a:t>
            </a:r>
          </a:p>
          <a:p>
            <a:pPr marL="1028700" lvl="2" indent="0">
              <a:buNone/>
            </a:pPr>
            <a:endParaRPr lang="sr-Latn-RS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Osnove JS i DOM</a:t>
            </a:r>
            <a:endParaRPr lang="en-US" sz="1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55949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Debagiranje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163600"/>
            <a:ext cx="8444753" cy="3206519"/>
          </a:xfrm>
        </p:spPr>
        <p:txBody>
          <a:bodyPr/>
          <a:lstStyle/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Pretraživači poseduju tab </a:t>
            </a:r>
            <a:r>
              <a:rPr lang="sr-Latn-RS" sz="2400" b="1">
                <a:latin typeface="Calibri" panose="020F0502020204030204" pitchFamily="34" charset="0"/>
                <a:cs typeface="Calibri" panose="020F0502020204030204" pitchFamily="34" charset="0"/>
              </a:rPr>
              <a:t>Console</a:t>
            </a:r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 (F12) pomoću kog se mogu logovati različite informacije korišćenjem </a:t>
            </a:r>
            <a:r>
              <a:rPr lang="sr-Latn-RS" sz="2400" i="1">
                <a:latin typeface="Calibri" panose="020F0502020204030204" pitchFamily="34" charset="0"/>
                <a:cs typeface="Calibri" panose="020F0502020204030204" pitchFamily="34" charset="0"/>
              </a:rPr>
              <a:t>console.log() </a:t>
            </a:r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funkcije u JS</a:t>
            </a:r>
          </a:p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Tab </a:t>
            </a:r>
            <a:r>
              <a:rPr lang="sr-Latn-RS" sz="2400" b="1">
                <a:latin typeface="Calibri" panose="020F0502020204030204" pitchFamily="34" charset="0"/>
                <a:cs typeface="Calibri" panose="020F0502020204030204" pitchFamily="34" charset="0"/>
              </a:rPr>
              <a:t>Sources</a:t>
            </a:r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 pruža prikaz izvornog koda stranice u vidu pregleda fajlova koje stranica koristi – u njima se može vršiti postavljanje breakpoint-ova i debagirati JS kod</a:t>
            </a:r>
          </a:p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Tab </a:t>
            </a:r>
            <a:r>
              <a:rPr lang="sr-Latn-RS" sz="2400" b="1">
                <a:latin typeface="Calibri" panose="020F0502020204030204" pitchFamily="34" charset="0"/>
                <a:cs typeface="Calibri" panose="020F0502020204030204" pitchFamily="34" charset="0"/>
              </a:rPr>
              <a:t>Elements</a:t>
            </a:r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 pruža prikaz u HTML strukturu stranice</a:t>
            </a: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Osnove JS i DOM</a:t>
            </a:r>
            <a:endParaRPr lang="en-US" sz="1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64385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Debagiranje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163600"/>
            <a:ext cx="8444753" cy="3206519"/>
          </a:xfrm>
        </p:spPr>
        <p:txBody>
          <a:bodyPr/>
          <a:lstStyle/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Sources tab:</a:t>
            </a:r>
          </a:p>
          <a:p>
            <a:pPr lvl="1"/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F8 – continue (do sledećeg breakpoint-a)</a:t>
            </a:r>
          </a:p>
          <a:p>
            <a:pPr lvl="1"/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F10 – step over (sledeća linija koda)</a:t>
            </a:r>
          </a:p>
          <a:p>
            <a:pPr lvl="1"/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F11 – step into (uđi u telo funkcije)</a:t>
            </a:r>
          </a:p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Konačno, tab Network služi za prikaz zahteva i odgovora ka eksternim izvorima</a:t>
            </a:r>
          </a:p>
          <a:p>
            <a:pPr lvl="1"/>
            <a:endParaRPr lang="sr-Latn-RS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Osnove JS i DOM</a:t>
            </a:r>
            <a:endParaRPr lang="en-US" sz="1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71689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JS promenljive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163600"/>
            <a:ext cx="8444753" cy="3206519"/>
          </a:xfrm>
        </p:spPr>
        <p:txBody>
          <a:bodyPr/>
          <a:lstStyle/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Za deklaraciju promenljivih koriste se sledeće ključne reči: var, let, const</a:t>
            </a:r>
          </a:p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Var – deklariše promenljivu koja ima opseg važenja unutar funkcije u kojoj je deklarisana</a:t>
            </a:r>
          </a:p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Let – promenljiva koja ima opseg važenja u bloku koda u kom je definisana (npr. for petlja)</a:t>
            </a:r>
          </a:p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Const – deklariše promenljivu koja ne može da menja vrednost</a:t>
            </a:r>
          </a:p>
          <a:p>
            <a:pPr lvl="1"/>
            <a:endParaRPr lang="sr-Latn-RS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Osnove JS i DOM</a:t>
            </a:r>
            <a:endParaRPr lang="en-US" sz="1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83065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JS promenljive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163600"/>
            <a:ext cx="8444753" cy="3206519"/>
          </a:xfrm>
        </p:spPr>
        <p:txBody>
          <a:bodyPr/>
          <a:lstStyle/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Var – ako joj se ne dodeli vrednost, inicijalizuje se na undefined</a:t>
            </a:r>
          </a:p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Let – nema inicijalizaciju, mora eksplicitno</a:t>
            </a:r>
          </a:p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Undefined vrednost – vrednost koja se koristi za promenlive koje su deklarisane, ali nisu definisane (postoje ali im je vrednost nepoznata)</a:t>
            </a:r>
          </a:p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Null – vrednost koja se mora dodeliti eksplicitno i služi za određivanje da promenljiva ima vrednost „ništa“</a:t>
            </a:r>
          </a:p>
          <a:p>
            <a:pPr lvl="1"/>
            <a:endParaRPr lang="sr-Latn-RS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Osnove JS i DOM</a:t>
            </a:r>
            <a:endParaRPr lang="en-US" sz="1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65286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Interpolacija stringova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430231"/>
            <a:ext cx="8444753" cy="3206519"/>
          </a:xfrm>
        </p:spPr>
        <p:txBody>
          <a:bodyPr/>
          <a:lstStyle/>
          <a:p>
            <a:r>
              <a:rPr lang="sr-Latn-RS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`</a:t>
            </a:r>
            <a:r>
              <a:rPr lang="sr-Latn-RS" sz="2000" b="1">
                <a:latin typeface="Consolas" panose="020B0609020204030204" pitchFamily="49" charset="0"/>
                <a:cs typeface="Calibri" panose="020F0502020204030204" pitchFamily="34" charset="0"/>
              </a:rPr>
              <a:t>Korisnik </a:t>
            </a:r>
            <a:r>
              <a:rPr lang="sr-Latn-RS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${</a:t>
            </a:r>
            <a:r>
              <a:rPr lang="sr-Latn-RS" sz="2000" b="1">
                <a:solidFill>
                  <a:srgbClr val="00B050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ime</a:t>
            </a:r>
            <a:r>
              <a:rPr lang="sr-Latn-RS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}</a:t>
            </a:r>
            <a:r>
              <a:rPr lang="sr-Latn-RS" sz="2000" b="1">
                <a:latin typeface="Consolas" panose="020B0609020204030204" pitchFamily="49" charset="0"/>
                <a:cs typeface="Calibri" panose="020F0502020204030204" pitchFamily="34" charset="0"/>
              </a:rPr>
              <a:t> </a:t>
            </a:r>
            <a:r>
              <a:rPr lang="sr-Latn-RS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${</a:t>
            </a:r>
            <a:r>
              <a:rPr lang="sr-Latn-RS" sz="2000" b="1">
                <a:solidFill>
                  <a:srgbClr val="00B050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prezime</a:t>
            </a:r>
            <a:r>
              <a:rPr lang="sr-Latn-RS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}</a:t>
            </a:r>
            <a:r>
              <a:rPr lang="sr-Latn-RS" sz="2000" b="1">
                <a:latin typeface="Consolas" panose="020B0609020204030204" pitchFamily="49" charset="0"/>
                <a:cs typeface="Calibri" panose="020F0502020204030204" pitchFamily="34" charset="0"/>
              </a:rPr>
              <a:t> ima </a:t>
            </a:r>
            <a:r>
              <a:rPr lang="sr-Latn-RS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${</a:t>
            </a:r>
            <a:r>
              <a:rPr lang="sr-Latn-RS" sz="2000" b="1">
                <a:solidFill>
                  <a:srgbClr val="00B050"/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godine</a:t>
            </a:r>
            <a:r>
              <a:rPr lang="sr-Latn-RS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}</a:t>
            </a:r>
            <a:r>
              <a:rPr lang="sr-Latn-RS" sz="2000" b="1">
                <a:latin typeface="Consolas" panose="020B0609020204030204" pitchFamily="49" charset="0"/>
                <a:cs typeface="Calibri" panose="020F0502020204030204" pitchFamily="34" charset="0"/>
              </a:rPr>
              <a:t> godina.</a:t>
            </a:r>
            <a:r>
              <a:rPr lang="sr-Latn-RS" sz="20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alibri" panose="020F0502020204030204" pitchFamily="34" charset="0"/>
              </a:rPr>
              <a:t>`</a:t>
            </a:r>
            <a:r>
              <a:rPr lang="sr-Latn-RS" sz="2000" b="1">
                <a:latin typeface="Consolas" panose="020B0609020204030204" pitchFamily="49" charset="0"/>
                <a:cs typeface="Calibri" panose="020F0502020204030204" pitchFamily="34" charset="0"/>
              </a:rPr>
              <a:t>;</a:t>
            </a:r>
          </a:p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String koji je ovde napisan se može napisat i kao:</a:t>
            </a:r>
          </a:p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"Korisnik " + ime + " " + prezime + " ima " + godine + " godina.";</a:t>
            </a:r>
          </a:p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Interpolacija smanjuje upotrebu konkatenacije i olakšava pisanje stringova i vrednosti promenljivih</a:t>
            </a:r>
          </a:p>
          <a:p>
            <a:r>
              <a:rPr lang="sr-Latn-RS" sz="2400">
                <a:latin typeface="Calibri" panose="020F0502020204030204" pitchFamily="34" charset="0"/>
                <a:cs typeface="Calibri" panose="020F0502020204030204" pitchFamily="34" charset="0"/>
              </a:rPr>
              <a:t>Voditi računa o ispravnom korišćenju znakova `, $, {, }</a:t>
            </a:r>
          </a:p>
          <a:p>
            <a:pPr lvl="1"/>
            <a:endParaRPr lang="sr-Latn-RS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Osnove JS i DOM</a:t>
            </a:r>
            <a:endParaRPr lang="en-US" sz="1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0687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Funkcije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44886"/>
            <a:ext cx="8444753" cy="3206519"/>
          </a:xfrm>
        </p:spPr>
        <p:txBody>
          <a:bodyPr/>
          <a:lstStyle/>
          <a:p>
            <a:pPr>
              <a:defRPr/>
            </a:pPr>
            <a:r>
              <a:rPr lang="en-US" sz="2400"/>
              <a:t>Predstavljaju samostalni ponovo upotrebljiv deo koda</a:t>
            </a:r>
            <a:endParaRPr lang="sr-Latn-RS" sz="2400"/>
          </a:p>
          <a:p>
            <a:pPr>
              <a:defRPr/>
            </a:pPr>
            <a:r>
              <a:rPr lang="en-US" sz="2400"/>
              <a:t>Funkcije se međusobno razlikuju po: nazivu, broju argumenata i povratnim vrednostima</a:t>
            </a:r>
          </a:p>
          <a:p>
            <a:pPr>
              <a:defRPr/>
            </a:pPr>
            <a:r>
              <a:rPr lang="en-US" sz="2400"/>
              <a:t>Deklarisanje funkcije pomoću ključne reči </a:t>
            </a:r>
            <a:r>
              <a:rPr lang="en-US" sz="2400" i="1"/>
              <a:t>function</a:t>
            </a:r>
            <a:r>
              <a:rPr lang="en-US" sz="2400"/>
              <a:t> i pozivanje funkcije na izvršenje</a:t>
            </a:r>
          </a:p>
          <a:p>
            <a:pPr>
              <a:defRPr/>
            </a:pPr>
            <a:r>
              <a:rPr lang="en-US" sz="2400"/>
              <a:t>Argumenti u JS se navode bez definisanja tipa, samo se koristi ime argumenta prilikom deklaracije funkcije</a:t>
            </a: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Osnove JS i DOM</a:t>
            </a:r>
            <a:endParaRPr lang="en-US" sz="1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85846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Funkcije – deklaracija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44886"/>
            <a:ext cx="8444753" cy="3206519"/>
          </a:xfrm>
        </p:spPr>
        <p:txBody>
          <a:bodyPr/>
          <a:lstStyle/>
          <a:p>
            <a:pPr>
              <a:defRPr/>
            </a:pPr>
            <a:r>
              <a:rPr lang="sr-Latn-RS" sz="2000"/>
              <a:t>Postoje dva načina deklaracije funkcije: standardno ili funkcionalnim izrazom</a:t>
            </a:r>
            <a:endParaRPr lang="en-US" sz="2000"/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Osnove JS i DOM</a:t>
            </a:r>
            <a:endParaRPr lang="en-US" sz="1400" b="1">
              <a:latin typeface="+mj-lt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8359703-901F-6E43-1191-E8EF1AC92629}"/>
              </a:ext>
            </a:extLst>
          </p:cNvPr>
          <p:cNvSpPr txBox="1">
            <a:spLocks/>
          </p:cNvSpPr>
          <p:nvPr/>
        </p:nvSpPr>
        <p:spPr>
          <a:xfrm>
            <a:off x="457200" y="1787771"/>
            <a:ext cx="3074552" cy="479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sz="1800" b="0" i="0" u="none" strike="noStrike" cap="none">
                <a:solidFill>
                  <a:schemeClr val="dk1"/>
                </a:solidFill>
                <a:latin typeface="+mn-l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>
              <a:defRPr/>
            </a:pPr>
            <a:r>
              <a:rPr lang="sr-Latn-RS" sz="2000"/>
              <a:t>Standardni način:</a:t>
            </a:r>
            <a:endParaRPr lang="en-US" sz="200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059493E-B379-12A8-EA47-9A927010BACE}"/>
              </a:ext>
            </a:extLst>
          </p:cNvPr>
          <p:cNvSpPr txBox="1">
            <a:spLocks/>
          </p:cNvSpPr>
          <p:nvPr/>
        </p:nvSpPr>
        <p:spPr>
          <a:xfrm>
            <a:off x="5242971" y="1787771"/>
            <a:ext cx="3074552" cy="479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sz="1800" b="0" i="0" u="none" strike="noStrike" cap="none">
                <a:solidFill>
                  <a:schemeClr val="dk1"/>
                </a:solidFill>
                <a:latin typeface="+mn-l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>
              <a:defRPr/>
            </a:pPr>
            <a:r>
              <a:rPr lang="sr-Latn-RS" sz="2000"/>
              <a:t>Funkcionalni izraz:</a:t>
            </a:r>
            <a:endParaRPr lang="en-US" sz="200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D3D470E-6602-B361-7BD4-30AFE0F8A5F1}"/>
              </a:ext>
            </a:extLst>
          </p:cNvPr>
          <p:cNvSpPr txBox="1">
            <a:spLocks/>
          </p:cNvSpPr>
          <p:nvPr/>
        </p:nvSpPr>
        <p:spPr>
          <a:xfrm>
            <a:off x="530150" y="2265459"/>
            <a:ext cx="3943458" cy="2223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sz="1800" b="0" i="0" u="none" strike="noStrike" cap="none">
                <a:solidFill>
                  <a:schemeClr val="dk1"/>
                </a:solidFill>
                <a:latin typeface="+mn-l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114300" indent="0">
              <a:buNone/>
            </a:pPr>
            <a:r>
              <a:rPr lang="da-DK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da-DK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kvadrat(broj = </a:t>
            </a:r>
            <a:r>
              <a:rPr lang="da-DK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da-DK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114300" indent="0">
              <a:buNone/>
            </a:pPr>
            <a:r>
              <a:rPr lang="da-DK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a-DK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da-DK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stepen = broj * broj;</a:t>
            </a:r>
          </a:p>
          <a:p>
            <a:pPr marL="114300" indent="0">
              <a:buNone/>
            </a:pPr>
            <a:r>
              <a:rPr lang="da-DK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a-DK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a-DK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stepen;</a:t>
            </a:r>
          </a:p>
          <a:p>
            <a:pPr marL="114300" indent="0">
              <a:buNone/>
            </a:pPr>
            <a:r>
              <a:rPr lang="da-DK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114300" indent="0">
              <a:buNone/>
            </a:pPr>
            <a:r>
              <a:rPr lang="da-DK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kvadrat(</a:t>
            </a:r>
            <a:r>
              <a:rPr lang="da-DK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da-DK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9D170E2-1218-38E5-4591-D16EC49A9563}"/>
              </a:ext>
            </a:extLst>
          </p:cNvPr>
          <p:cNvSpPr txBox="1">
            <a:spLocks/>
          </p:cNvSpPr>
          <p:nvPr/>
        </p:nvSpPr>
        <p:spPr>
          <a:xfrm>
            <a:off x="4808518" y="2265459"/>
            <a:ext cx="3943458" cy="2223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sz="1800" b="0" i="0" u="none" strike="noStrike" cap="none">
                <a:solidFill>
                  <a:schemeClr val="dk1"/>
                </a:solidFill>
                <a:latin typeface="+mn-l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Light"/>
              <a:buChar char="▹"/>
              <a:defRPr sz="1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114300" indent="0">
              <a:buNone/>
            </a:pP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kvadratFE =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(broj) {</a:t>
            </a:r>
          </a:p>
          <a:p>
            <a:pPr marL="114300" indent="0"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stepen = broj * broj;</a:t>
            </a:r>
          </a:p>
          <a:p>
            <a:pPr marL="114300" indent="0"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stepen;</a:t>
            </a:r>
          </a:p>
          <a:p>
            <a:pPr marL="114300" indent="0"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114300" indent="0"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kvadratFE(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040384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Funkcije – deklaracija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44886"/>
            <a:ext cx="8444753" cy="3206519"/>
          </a:xfrm>
        </p:spPr>
        <p:txBody>
          <a:bodyPr/>
          <a:lstStyle/>
          <a:p>
            <a:pPr>
              <a:defRPr/>
            </a:pPr>
            <a:r>
              <a:rPr lang="sr-Latn-RS" sz="2400"/>
              <a:t>Zahvaljujući </a:t>
            </a:r>
            <a:r>
              <a:rPr lang="sr-Latn-RS" sz="2400" b="1" i="1"/>
              <a:t>hoisting</a:t>
            </a:r>
            <a:r>
              <a:rPr lang="sr-Latn-RS" sz="2400"/>
              <a:t> svojstvu, koje omogućava JS kodu da uoči deklaracije svih promenljivih i svih funkcija i izdigne ih na početak skripte, funkcije i promenljive se mogu koristiti čak i pre svoje deklaracije u kodu</a:t>
            </a:r>
          </a:p>
          <a:p>
            <a:pPr>
              <a:defRPr/>
            </a:pPr>
            <a:r>
              <a:rPr lang="sr-Latn-RS" sz="2400"/>
              <a:t>Ovo ne važi za funkcionalne izraze, jer programski kod funkcionalnih izraza mora biti napisan pre njihovog poziva na izvršenje (zbog operatora dodele)</a:t>
            </a: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Osnove JS i DOM</a:t>
            </a:r>
            <a:endParaRPr lang="en-US" sz="1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57807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Funkcije – opseg važenja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44886"/>
            <a:ext cx="8444753" cy="3206519"/>
          </a:xfrm>
        </p:spPr>
        <p:txBody>
          <a:bodyPr/>
          <a:lstStyle/>
          <a:p>
            <a:pPr>
              <a:defRPr/>
            </a:pPr>
            <a:r>
              <a:rPr lang="sr-Latn-RS" sz="2400"/>
              <a:t>Promenljive deklarisane u globalnom scope-u se mogu koristiti unutar funkcija</a:t>
            </a:r>
          </a:p>
          <a:p>
            <a:pPr>
              <a:defRPr/>
            </a:pPr>
            <a:r>
              <a:rPr lang="sr-Latn-RS" sz="2400"/>
              <a:t>Promenljive deklarisane u scope-u funkcije se mogu koristiti unutar funkcija ali ne i izvan njih</a:t>
            </a:r>
          </a:p>
          <a:p>
            <a:pPr>
              <a:defRPr/>
            </a:pPr>
            <a:r>
              <a:rPr lang="sr-Latn-RS" sz="2400"/>
              <a:t>Moguće je redeklarisati promennljivu deklarisanu u globalnom scope-u unutar scope-a funkcije, ali modifikacije nad tom promenljivom važiće samo unutar funkcije</a:t>
            </a: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Osnove JS i DOM</a:t>
            </a:r>
            <a:endParaRPr lang="en-US" sz="1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45798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Alert i Prompt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41495"/>
            <a:ext cx="8444753" cy="3206519"/>
          </a:xfrm>
        </p:spPr>
        <p:txBody>
          <a:bodyPr/>
          <a:lstStyle/>
          <a:p>
            <a:pPr>
              <a:defRPr/>
            </a:pPr>
            <a:r>
              <a:rPr lang="sr-Latn-RS" sz="2400"/>
              <a:t>Alert se koristi kao pop-up prozor koji korisnika upozorava/obaveštava o nečemu</a:t>
            </a:r>
          </a:p>
          <a:p>
            <a:pPr>
              <a:defRPr/>
            </a:pPr>
            <a:r>
              <a:rPr lang="sr-Latn-RS" sz="2400"/>
              <a:t>Poziva se kao funkcija alert(tekstPorukeKaoParametar)</a:t>
            </a:r>
          </a:p>
          <a:p>
            <a:pPr>
              <a:defRPr/>
            </a:pPr>
            <a:r>
              <a:rPr lang="sr-Latn-RS" sz="2400"/>
              <a:t>Prompt se koristi kako bi se korisnik pitao za unos nekih podataka</a:t>
            </a:r>
          </a:p>
          <a:p>
            <a:pPr>
              <a:defRPr/>
            </a:pPr>
            <a:r>
              <a:rPr lang="sr-Latn-RS" sz="2400"/>
              <a:t>Poziva se kao funkcija prompt(tekstPitanjaKaoParametar)</a:t>
            </a:r>
          </a:p>
          <a:p>
            <a:pPr>
              <a:defRPr/>
            </a:pPr>
            <a:r>
              <a:rPr lang="sr-Latn-RS" sz="2400"/>
              <a:t>Povratna vrednost prompt funkcije je ono što korisnik unese</a:t>
            </a: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Osnove JS i DOM</a:t>
            </a:r>
            <a:endParaRPr lang="en-US" sz="1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32118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Hoisting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170243"/>
            <a:ext cx="8444753" cy="3206519"/>
          </a:xfrm>
        </p:spPr>
        <p:txBody>
          <a:bodyPr/>
          <a:lstStyle/>
          <a:p>
            <a:pPr>
              <a:defRPr/>
            </a:pPr>
            <a:r>
              <a:rPr lang="sr-Latn-RS" sz="2400"/>
              <a:t>Hoisting predstavlja osobinu JavaScripta da “podigne” deklaraciju svih promenljivih u okviru aktivnog opsega(scope-a) navrh, pre izvršenja ostatka koda.</a:t>
            </a:r>
          </a:p>
          <a:p>
            <a:pPr>
              <a:defRPr/>
            </a:pPr>
            <a:r>
              <a:rPr lang="sr-Latn-RS" sz="2400"/>
              <a:t>Zahvaljujući tome, moguće je koristiti promenljivu pre njene deklaracije.</a:t>
            </a:r>
          </a:p>
          <a:p>
            <a:pPr marL="1485900" lvl="3" indent="0">
              <a:buNone/>
              <a:defRPr/>
            </a:pPr>
            <a:r>
              <a:rPr lang="sr-Latn-RS">
                <a:latin typeface="Consolas" panose="020B0609020204030204" pitchFamily="49" charset="0"/>
              </a:rPr>
              <a:t>temp=25;</a:t>
            </a:r>
          </a:p>
          <a:p>
            <a:pPr marL="1485900" lvl="3" indent="0">
              <a:buNone/>
              <a:defRPr/>
            </a:pPr>
            <a:r>
              <a:rPr lang="sr-Latn-RS">
                <a:latin typeface="Consolas" panose="020B0609020204030204" pitchFamily="49" charset="0"/>
              </a:rPr>
              <a:t>console.log(temp+5);</a:t>
            </a:r>
          </a:p>
          <a:p>
            <a:pPr marL="1485900" lvl="3" indent="0">
              <a:buNone/>
              <a:defRPr/>
            </a:pPr>
            <a:r>
              <a:rPr lang="sr-Latn-RS">
                <a:latin typeface="Consolas" panose="020B0609020204030204" pitchFamily="49" charset="0"/>
              </a:rPr>
              <a:t>let temp;</a:t>
            </a: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Osnove JS i DOM</a:t>
            </a:r>
            <a:endParaRPr lang="en-US" sz="1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740771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Nizovi u JS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97641"/>
            <a:ext cx="7499268" cy="3206519"/>
          </a:xfrm>
        </p:spPr>
        <p:txBody>
          <a:bodyPr/>
          <a:lstStyle/>
          <a:p>
            <a:pPr>
              <a:defRPr/>
            </a:pPr>
            <a:r>
              <a:rPr lang="sr-Latn-RS" sz="2400"/>
              <a:t>Nizovi sadrže isti tip elemenata, a deklarišu se pomoću uglastih zagrada („[ ... ]“)</a:t>
            </a:r>
          </a:p>
          <a:p>
            <a:pPr>
              <a:defRPr/>
            </a:pPr>
            <a:r>
              <a:rPr lang="sr-Latn-RS" sz="2400"/>
              <a:t>Indeksiraju se pomoću uglastih zagrada</a:t>
            </a:r>
          </a:p>
          <a:p>
            <a:pPr>
              <a:defRPr/>
            </a:pPr>
            <a:r>
              <a:rPr lang="sr-Latn-RS" sz="2400"/>
              <a:t>Moguće je praviti nizove nizova</a:t>
            </a:r>
          </a:p>
          <a:p>
            <a:pPr>
              <a:defRPr/>
            </a:pPr>
            <a:r>
              <a:rPr lang="sr-Latn-RS" sz="2400"/>
              <a:t>Moguće je dinamički dodavati i izbacivati elemente, i menjati dužinu niza</a:t>
            </a:r>
          </a:p>
          <a:p>
            <a:pPr marL="114300" indent="0">
              <a:buNone/>
              <a:defRPr/>
            </a:pPr>
            <a:endParaRPr lang="sr-Latn-RS">
              <a:latin typeface="Consolas" panose="020B0609020204030204" pitchFamily="49" charset="0"/>
            </a:endParaRP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Osnove JS i DOM</a:t>
            </a:r>
            <a:endParaRPr lang="en-US" sz="1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060536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Nizovi u JS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Osnove JS i DOM</a:t>
            </a:r>
            <a:endParaRPr lang="en-US" sz="1400" b="1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46E329-0548-3D66-E952-0621B6257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8274" y="-18419"/>
            <a:ext cx="2921331" cy="51803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3B3B32D-77E5-96B5-DC8C-08FA24A0D6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783" y="1278705"/>
            <a:ext cx="3773216" cy="3156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3463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599704" y="74697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Nizovi u JS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3180" y="766738"/>
            <a:ext cx="8544295" cy="3206519"/>
          </a:xfrm>
        </p:spPr>
        <p:txBody>
          <a:bodyPr/>
          <a:lstStyle/>
          <a:p>
            <a:pPr marL="114300" indent="0">
              <a:buNone/>
              <a:defRPr/>
            </a:pPr>
            <a:r>
              <a:rPr lang="sr-Latn-RS" sz="2400"/>
              <a:t>var cars = ["Saab", "Volvo", "BMW"];</a:t>
            </a:r>
          </a:p>
          <a:p>
            <a:pPr>
              <a:defRPr/>
            </a:pPr>
            <a:r>
              <a:rPr lang="sr-Latn-RS" sz="2400"/>
              <a:t>cars[3]= "Opel" – dodaje element na odgovarajuću poziciju u nizu</a:t>
            </a:r>
          </a:p>
          <a:p>
            <a:pPr>
              <a:defRPr/>
            </a:pPr>
            <a:r>
              <a:rPr lang="sr-Latn-RS" sz="2400"/>
              <a:t>cars.unshift("Opel") – dodaje element na početak niza</a:t>
            </a:r>
          </a:p>
          <a:p>
            <a:pPr>
              <a:defRPr/>
            </a:pPr>
            <a:r>
              <a:rPr lang="sr-Latn-RS" sz="2400"/>
              <a:t>cars.push("Opel") – dodaje element na kraj niza</a:t>
            </a:r>
          </a:p>
          <a:p>
            <a:pPr>
              <a:defRPr/>
            </a:pPr>
            <a:r>
              <a:rPr lang="sr-Latn-RS" sz="2400"/>
              <a:t>cars.pop() – izbacuje element s kraja niza i vraća ga kao povratnu vrednost</a:t>
            </a:r>
          </a:p>
          <a:p>
            <a:pPr>
              <a:defRPr/>
            </a:pPr>
            <a:r>
              <a:rPr lang="sr-Latn-RS" sz="2400"/>
              <a:t>cars.shift() – izbacuje element s početka niza i vraća ga kao povratnu vrednost</a:t>
            </a:r>
          </a:p>
          <a:p>
            <a:pPr marL="114300" indent="0">
              <a:buNone/>
              <a:defRPr/>
            </a:pPr>
            <a:endParaRPr lang="sr-Latn-RS">
              <a:latin typeface="Consolas" panose="020B0609020204030204" pitchFamily="49" charset="0"/>
            </a:endParaRP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Osnove JS i DOM</a:t>
            </a:r>
            <a:endParaRPr lang="en-US" sz="1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091119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Nizovi – obilazak elemenata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297641"/>
            <a:ext cx="8389917" cy="3206519"/>
          </a:xfrm>
        </p:spPr>
        <p:txBody>
          <a:bodyPr/>
          <a:lstStyle/>
          <a:p>
            <a:pPr>
              <a:defRPr/>
            </a:pPr>
            <a:r>
              <a:rPr lang="sr-Latn-RS" sz="2400"/>
              <a:t>Obilazak elemenata niza se može izvršiti pomoću osnovnih petlji: for, while, do while i forEach</a:t>
            </a:r>
          </a:p>
          <a:p>
            <a:pPr>
              <a:defRPr/>
            </a:pPr>
            <a:r>
              <a:rPr lang="sr-Latn-RS" sz="2400"/>
              <a:t>Granica se može dobiti pomoću length svojstva niza</a:t>
            </a:r>
          </a:p>
          <a:p>
            <a:pPr>
              <a:defRPr/>
            </a:pPr>
            <a:r>
              <a:rPr lang="sr-Latn-RS" sz="2400"/>
              <a:t>Pomoću iteratora koji se inkrementira/dekrementira u svakoj iteraciji pristupamo različitim elementima niza</a:t>
            </a:r>
          </a:p>
          <a:p>
            <a:pPr>
              <a:defRPr/>
            </a:pPr>
            <a:r>
              <a:rPr lang="sr-Latn-RS" sz="2400"/>
              <a:t>Voditi računa o početnoj/krajnjoj vrednosti iteratora</a:t>
            </a:r>
          </a:p>
          <a:p>
            <a:pPr marL="114300" indent="0">
              <a:buNone/>
              <a:defRPr/>
            </a:pPr>
            <a:endParaRPr lang="sr-Latn-RS">
              <a:latin typeface="Consolas" panose="020B0609020204030204" pitchFamily="49" charset="0"/>
            </a:endParaRP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Osnove JS i DOM</a:t>
            </a:r>
            <a:endParaRPr lang="en-US" sz="1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45913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Nizovi – forEach petlja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297641"/>
            <a:ext cx="8389917" cy="3206519"/>
          </a:xfrm>
        </p:spPr>
        <p:txBody>
          <a:bodyPr/>
          <a:lstStyle/>
          <a:p>
            <a:pPr>
              <a:defRPr/>
            </a:pPr>
            <a:r>
              <a:rPr lang="sr-Latn-RS" sz="2400"/>
              <a:t>forEach je funkcija koja je definisana za svaki JS niz</a:t>
            </a:r>
          </a:p>
          <a:p>
            <a:pPr>
              <a:defRPr/>
            </a:pPr>
            <a:r>
              <a:rPr lang="sr-Latn-RS" sz="2400"/>
              <a:t>Kao argument prihvata drugu funkciju pomoću koje se obilaze elementi</a:t>
            </a:r>
          </a:p>
          <a:p>
            <a:pPr>
              <a:defRPr/>
            </a:pPr>
            <a:r>
              <a:rPr lang="sr-Latn-RS" sz="2400"/>
              <a:t>Argument funkcija se primenjuje nad svakim elementom niza</a:t>
            </a:r>
          </a:p>
          <a:p>
            <a:pPr>
              <a:defRPr/>
            </a:pPr>
            <a:r>
              <a:rPr lang="sr-Latn-RS" sz="2400"/>
              <a:t>Modifikacija elemenata primitivnih tipova ne ostaje zapamćena nakon izvršenja forEach petlje</a:t>
            </a:r>
          </a:p>
          <a:p>
            <a:pPr>
              <a:defRPr/>
            </a:pPr>
            <a:r>
              <a:rPr lang="sr-Latn-RS" sz="2400"/>
              <a:t>Opšti oblik: niz.forEach(funkcijaZaObilazak)</a:t>
            </a:r>
          </a:p>
          <a:p>
            <a:pPr marL="114300" indent="0">
              <a:buNone/>
              <a:defRPr/>
            </a:pPr>
            <a:endParaRPr lang="sr-Latn-RS">
              <a:latin typeface="Consolas" panose="020B0609020204030204" pitchFamily="49" charset="0"/>
            </a:endParaRP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Osnove JS i DOM</a:t>
            </a:r>
            <a:endParaRPr lang="en-US" sz="1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422509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Nizovi – forEach petlja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Osnove JS i DOM</a:t>
            </a:r>
            <a:endParaRPr lang="en-US" sz="1400" b="1">
              <a:latin typeface="+mj-lt"/>
            </a:endParaRP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8F982DB9-0ACF-360F-D185-D1F97E130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89467" y="3073377"/>
            <a:ext cx="3195096" cy="1142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545BDA-8015-B61D-60EC-AE1E39878C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203517" y="1471904"/>
            <a:ext cx="3277870" cy="11422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794C1C-B597-6D9F-5177-85A1F57C7E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3966325" y="1471904"/>
            <a:ext cx="5035171" cy="12920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7B5CF6-523A-AA1A-1D07-5C5CD6D98F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3966325" y="3073377"/>
            <a:ext cx="5035171" cy="115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1402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Nizovi – još neke funkcije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6883" y="1214513"/>
            <a:ext cx="8389917" cy="3206519"/>
          </a:xfrm>
        </p:spPr>
        <p:txBody>
          <a:bodyPr/>
          <a:lstStyle/>
          <a:p>
            <a:pPr>
              <a:defRPr/>
            </a:pPr>
            <a:r>
              <a:rPr lang="sr-Latn-RS" sz="2400"/>
              <a:t>Još neke funkcije koje pomažu u radu sa nizovima:</a:t>
            </a:r>
          </a:p>
          <a:p>
            <a:pPr lvl="1">
              <a:defRPr/>
            </a:pPr>
            <a:r>
              <a:rPr lang="sr-Latn-RS" sz="2400">
                <a:latin typeface="+mj-lt"/>
              </a:rPr>
              <a:t>Map – transformacija svakog elementa, vraća novi niz</a:t>
            </a:r>
          </a:p>
          <a:p>
            <a:pPr lvl="1">
              <a:defRPr/>
            </a:pPr>
            <a:r>
              <a:rPr lang="sr-Latn-RS" sz="2400">
                <a:latin typeface="+mj-lt"/>
              </a:rPr>
              <a:t>Filter – filtrira po nekom kriterijumu, vraća novi niz</a:t>
            </a:r>
          </a:p>
          <a:p>
            <a:pPr lvl="1">
              <a:defRPr/>
            </a:pPr>
            <a:r>
              <a:rPr lang="sr-Latn-RS" sz="2400">
                <a:latin typeface="+mj-lt"/>
              </a:rPr>
              <a:t>Reduce – primenjuje operaciju na sve elemente, vraća jednu vrednost</a:t>
            </a:r>
          </a:p>
          <a:p>
            <a:pPr lvl="1">
              <a:defRPr/>
            </a:pPr>
            <a:r>
              <a:rPr lang="sr-Latn-RS" sz="2400">
                <a:latin typeface="+mj-lt"/>
              </a:rPr>
              <a:t>Slice – vraća podniz, vraća novi niz</a:t>
            </a:r>
          </a:p>
          <a:p>
            <a:pPr lvl="1">
              <a:defRPr/>
            </a:pPr>
            <a:r>
              <a:rPr lang="sr-Latn-RS" sz="2400">
                <a:latin typeface="+mj-lt"/>
              </a:rPr>
              <a:t>Splice – uklanja podniz, vraća novi niz</a:t>
            </a:r>
          </a:p>
          <a:p>
            <a:pPr marL="114300" indent="0">
              <a:buNone/>
              <a:defRPr/>
            </a:pPr>
            <a:endParaRPr lang="sr-Latn-RS">
              <a:latin typeface="Consolas" panose="020B0609020204030204" pitchFamily="49" charset="0"/>
            </a:endParaRP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Osnove JS i DOM</a:t>
            </a:r>
            <a:endParaRPr lang="en-US" sz="1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172263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DOM - </a:t>
            </a:r>
            <a:r>
              <a:rPr lang="sr-Latn-RS" sz="4800" b="1"/>
              <a:t>Document Object Model</a:t>
            </a:r>
            <a:br>
              <a:rPr lang="sr-Latn-RS" sz="4800"/>
            </a:b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297641"/>
            <a:ext cx="8389917" cy="3206519"/>
          </a:xfrm>
        </p:spPr>
        <p:txBody>
          <a:bodyPr/>
          <a:lstStyle/>
          <a:p>
            <a:pPr>
              <a:defRPr/>
            </a:pPr>
            <a:r>
              <a:rPr lang="en-US" sz="2000"/>
              <a:t>DOM je API koji reprezentuje i interaguje sa HTML ili XML dokumentima</a:t>
            </a:r>
          </a:p>
          <a:p>
            <a:pPr>
              <a:defRPr/>
            </a:pPr>
            <a:r>
              <a:rPr lang="en-US" sz="2000"/>
              <a:t>Predstavlja model dokumenta koji je učitan u pretraživaču i predstavlja se kao stablo čvorova, gde je svaki čvor element koji se nalazi u dokumentu</a:t>
            </a:r>
          </a:p>
          <a:p>
            <a:pPr>
              <a:defRPr/>
            </a:pPr>
            <a:r>
              <a:rPr lang="en-US" sz="2000"/>
              <a:t>Pomoću DOM-a, čvorovi se mogu dinamički kreirati, ažurirati i brisati</a:t>
            </a:r>
          </a:p>
          <a:p>
            <a:pPr>
              <a:defRPr/>
            </a:pPr>
            <a:r>
              <a:rPr lang="en-US" sz="2000"/>
              <a:t>Svakom čvoru se mogu dodati </a:t>
            </a:r>
            <a:r>
              <a:rPr lang="en-US" sz="2000" i="1"/>
              <a:t>Event Listener</a:t>
            </a:r>
            <a:r>
              <a:rPr lang="en-US" sz="2000"/>
              <a:t>-i</a:t>
            </a:r>
            <a:r>
              <a:rPr lang="en-US" sz="2000" i="1"/>
              <a:t> </a:t>
            </a:r>
            <a:r>
              <a:rPr lang="en-US" sz="2000"/>
              <a:t>koji se okidaju kada korisnik izvrši neku akciju</a:t>
            </a:r>
          </a:p>
          <a:p>
            <a:pPr>
              <a:defRPr/>
            </a:pPr>
            <a:r>
              <a:rPr lang="en-US" sz="2000"/>
              <a:t>Predstavlja interfejs između JS i HTML+CSS</a:t>
            </a:r>
          </a:p>
          <a:p>
            <a:pPr marL="114300" indent="0">
              <a:buNone/>
              <a:defRPr/>
            </a:pPr>
            <a:endParaRPr lang="sr-Latn-RS">
              <a:latin typeface="Consolas" panose="020B0609020204030204" pitchFamily="49" charset="0"/>
            </a:endParaRP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Osnove JS i DOM</a:t>
            </a:r>
            <a:endParaRPr lang="en-US" sz="1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312210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DOM - </a:t>
            </a:r>
            <a:r>
              <a:rPr lang="sr-Latn-RS" sz="4800" b="1"/>
              <a:t>Document Object Model</a:t>
            </a:r>
            <a:br>
              <a:rPr lang="sr-Latn-RS" sz="4800"/>
            </a:b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97641"/>
            <a:ext cx="8389917" cy="3206519"/>
          </a:xfrm>
        </p:spPr>
        <p:txBody>
          <a:bodyPr/>
          <a:lstStyle/>
          <a:p>
            <a:pPr>
              <a:defRPr/>
            </a:pPr>
            <a:r>
              <a:rPr lang="sr-Latn-CS" sz="2000"/>
              <a:t>DOM svaki dokument vidi kao stablo (hierarhiju čvorova)</a:t>
            </a:r>
          </a:p>
          <a:p>
            <a:pPr>
              <a:buFont typeface="Wingdings"/>
              <a:buNone/>
              <a:defRPr/>
            </a:pPr>
            <a:r>
              <a:rPr lang="sr-Latn-CS" sz="2000"/>
              <a:t>&lt;body&gt;</a:t>
            </a:r>
          </a:p>
          <a:p>
            <a:pPr>
              <a:buFont typeface="Wingdings"/>
              <a:buNone/>
              <a:defRPr/>
            </a:pPr>
            <a:r>
              <a:rPr lang="sr-Latn-CS" sz="2000"/>
              <a:t>   &lt;div&gt;</a:t>
            </a:r>
          </a:p>
          <a:p>
            <a:pPr>
              <a:buFont typeface="Wingdings"/>
              <a:buNone/>
              <a:defRPr/>
            </a:pPr>
            <a:r>
              <a:rPr lang="sr-Latn-CS" sz="2000"/>
              <a:t>      &lt;div&gt;Web&lt;/div&gt;</a:t>
            </a:r>
          </a:p>
          <a:p>
            <a:pPr>
              <a:buFont typeface="Wingdings"/>
              <a:buNone/>
              <a:defRPr/>
            </a:pPr>
            <a:r>
              <a:rPr lang="sr-Latn-CS" sz="2000"/>
              <a:t>      &lt;div&gt;Programiranje&lt;/div&gt;</a:t>
            </a:r>
          </a:p>
          <a:p>
            <a:pPr>
              <a:buFont typeface="Wingdings"/>
              <a:buNone/>
              <a:defRPr/>
            </a:pPr>
            <a:r>
              <a:rPr lang="sr-Latn-CS" sz="2000"/>
              <a:t>   &lt;/div&gt;</a:t>
            </a:r>
          </a:p>
          <a:p>
            <a:pPr>
              <a:buFont typeface="Wingdings"/>
              <a:buNone/>
              <a:defRPr/>
            </a:pPr>
            <a:r>
              <a:rPr lang="sr-Latn-CS" sz="2000"/>
              <a:t>   &lt;div&gt;predmet&lt;/div&gt;</a:t>
            </a:r>
          </a:p>
          <a:p>
            <a:pPr>
              <a:buFont typeface="Wingdings"/>
              <a:buNone/>
              <a:defRPr/>
            </a:pPr>
            <a:r>
              <a:rPr lang="sr-Latn-CS" sz="2000"/>
              <a:t>&lt;/body&gt;</a:t>
            </a:r>
          </a:p>
          <a:p>
            <a:pPr marL="114300" indent="0">
              <a:buNone/>
              <a:defRPr/>
            </a:pPr>
            <a:endParaRPr lang="sr-Latn-RS">
              <a:latin typeface="Consolas" panose="020B0609020204030204" pitchFamily="49" charset="0"/>
            </a:endParaRP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Osnove JS i DOM</a:t>
            </a:r>
            <a:endParaRPr lang="en-US" sz="1400" b="1">
              <a:latin typeface="+mj-lt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0C0F4FD-9275-FE3E-0BF1-272F5EABFA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8520605"/>
              </p:ext>
            </p:extLst>
          </p:nvPr>
        </p:nvGraphicFramePr>
        <p:xfrm>
          <a:off x="5082431" y="1844038"/>
          <a:ext cx="3333784" cy="22463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ight Arrow 4">
            <a:extLst>
              <a:ext uri="{FF2B5EF4-FFF2-40B4-BE49-F238E27FC236}">
                <a16:creationId xmlns:a16="http://schemas.microsoft.com/office/drawing/2014/main" id="{800933C0-7570-AF14-49C3-55EDDD3FE3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6615" y="2558418"/>
            <a:ext cx="1071562" cy="571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Garamond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Garamond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Garamond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Garamond"/>
              </a:defRPr>
            </a:lvl9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550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DOM – </a:t>
            </a:r>
            <a:r>
              <a:rPr lang="sr-Latn-RS" sz="4800" b="1"/>
              <a:t>proces modifikacije</a:t>
            </a:r>
            <a:br>
              <a:rPr lang="sr-Latn-RS" sz="4800"/>
            </a:b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97641"/>
            <a:ext cx="8389917" cy="3206519"/>
          </a:xfrm>
        </p:spPr>
        <p:txBody>
          <a:bodyPr/>
          <a:lstStyle/>
          <a:p>
            <a:pPr>
              <a:defRPr/>
            </a:pPr>
            <a:r>
              <a:rPr lang="sr-Latn-CS" sz="2000"/>
              <a:t>Prvi korak je selekcija elementa koji se nalazi na stranici</a:t>
            </a:r>
          </a:p>
          <a:p>
            <a:pPr>
              <a:defRPr/>
            </a:pPr>
            <a:r>
              <a:rPr lang="sr-Latn-CS" sz="2000"/>
              <a:t>Drugi korak je manipulacija, odnosno modifikacija nađenog elementa</a:t>
            </a:r>
          </a:p>
          <a:p>
            <a:pPr>
              <a:defRPr/>
            </a:pPr>
            <a:r>
              <a:rPr lang="sr-Latn-CS" sz="2000"/>
              <a:t>Primer: kreirati stranicu sa h2 elementom, i pomoću JS obojiti naslov u proizvoljnu boju</a:t>
            </a:r>
          </a:p>
          <a:p>
            <a:pPr marL="114300" indent="0">
              <a:buNone/>
              <a:defRPr/>
            </a:pPr>
            <a:endParaRPr lang="sr-Latn-RS">
              <a:latin typeface="Consolas" panose="020B0609020204030204" pitchFamily="49" charset="0"/>
            </a:endParaRP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Osnove JS i DOM</a:t>
            </a:r>
            <a:endParaRPr lang="en-US" sz="1400" b="1"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43108E-4AD8-635D-B9D9-FEFF464E0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66158" y="3061359"/>
            <a:ext cx="457200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8597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DOM – selektori</a:t>
            </a:r>
            <a:br>
              <a:rPr lang="sr-Latn-RS" sz="4800"/>
            </a:b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97641"/>
            <a:ext cx="8389917" cy="3206519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sr-Latn-RS" sz="2400"/>
              <a:t>Osnovni atributi koji su dostupni document objektu:</a:t>
            </a:r>
          </a:p>
          <a:p>
            <a:pPr>
              <a:defRPr/>
            </a:pPr>
            <a:r>
              <a:rPr lang="sr-Latn-RS" sz="2400"/>
              <a:t>document.URL</a:t>
            </a:r>
          </a:p>
          <a:p>
            <a:pPr>
              <a:defRPr/>
            </a:pPr>
            <a:r>
              <a:rPr lang="sr-Latn-RS" sz="2400"/>
              <a:t>document.links</a:t>
            </a:r>
          </a:p>
          <a:p>
            <a:pPr>
              <a:defRPr/>
            </a:pPr>
            <a:r>
              <a:rPr lang="sr-Latn-RS" sz="2400"/>
              <a:t>document.head</a:t>
            </a:r>
          </a:p>
          <a:p>
            <a:pPr>
              <a:defRPr/>
            </a:pPr>
            <a:r>
              <a:rPr lang="sr-Latn-RS" sz="2400"/>
              <a:t>document.body</a:t>
            </a:r>
          </a:p>
          <a:p>
            <a:pPr marL="114300" indent="0">
              <a:buNone/>
              <a:defRPr/>
            </a:pPr>
            <a:endParaRPr lang="sr-Latn-RS">
              <a:latin typeface="Consolas" panose="020B0609020204030204" pitchFamily="49" charset="0"/>
            </a:endParaRP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Osnove JS i DOM</a:t>
            </a:r>
            <a:endParaRPr lang="en-US" sz="1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882965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561629" y="221050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DOM – pretraga elemenata</a:t>
            </a:r>
            <a:br>
              <a:rPr lang="sr-Latn-RS" sz="4800"/>
            </a:b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7556" y="798878"/>
            <a:ext cx="8728885" cy="372562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sr-Latn-RS" sz="2000"/>
              <a:t>Najčešće korišćene metode za pretragu HTML elemenata u DOM stablu:</a:t>
            </a:r>
          </a:p>
          <a:p>
            <a:pPr marL="342900">
              <a:defRPr/>
            </a:pPr>
            <a:r>
              <a:rPr lang="sr-Latn-RS" sz="20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document.getElementById(“nekiId”)</a:t>
            </a:r>
          </a:p>
          <a:p>
            <a:pPr marL="800100" lvl="1">
              <a:defRPr/>
            </a:pPr>
            <a:r>
              <a:rPr lang="sr-Latn-RS" sz="2000">
                <a:latin typeface="+mj-lt"/>
              </a:rPr>
              <a:t>Vraća HTML element sa navedenim ID-om. </a:t>
            </a:r>
          </a:p>
          <a:p>
            <a:pPr marL="342900">
              <a:defRPr/>
            </a:pPr>
            <a:r>
              <a:rPr lang="sr-Latn-RS" sz="20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element.getElementsByTagName(“button”)</a:t>
            </a:r>
          </a:p>
          <a:p>
            <a:pPr marL="800100" lvl="1">
              <a:defRPr/>
            </a:pPr>
            <a:r>
              <a:rPr lang="sr-Latn-RS" sz="2000">
                <a:latin typeface="+mj-lt"/>
              </a:rPr>
              <a:t>Vraća niz HTML elemenata navedenog tipa koji su potomci element-a</a:t>
            </a:r>
          </a:p>
          <a:p>
            <a:pPr marL="342900">
              <a:defRPr/>
            </a:pPr>
            <a:r>
              <a:rPr lang="sr-Latn-RS" sz="20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document.querySelectorAll(“table td input[type=‘checkbox’]”)</a:t>
            </a:r>
          </a:p>
          <a:p>
            <a:pPr marL="800100" lvl="1">
              <a:defRPr/>
            </a:pPr>
            <a:r>
              <a:rPr lang="sr-Latn-RS" sz="2000">
                <a:latin typeface="+mj-lt"/>
              </a:rPr>
              <a:t>Izvršava CSS selekciju i vraća niz elemenata</a:t>
            </a:r>
          </a:p>
          <a:p>
            <a:pPr marL="342900">
              <a:defRPr/>
            </a:pPr>
            <a:r>
              <a:rPr lang="sr-Latn-RS" sz="20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document.querySelector(“table td input[type=‘checkbox’]”)</a:t>
            </a:r>
          </a:p>
          <a:p>
            <a:pPr marL="800100" lvl="1">
              <a:defRPr/>
            </a:pPr>
            <a:r>
              <a:rPr lang="sr-Latn-RS" sz="2000">
                <a:latin typeface="+mj-lt"/>
              </a:rPr>
              <a:t>Izvršava CSS selekciju i vraća prvi nađeni element</a:t>
            </a: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Osnove JS i DOM</a:t>
            </a:r>
            <a:endParaRPr lang="en-US" sz="1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541579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DOM – </a:t>
            </a:r>
            <a:r>
              <a:rPr lang="sr-Latn-RS" sz="3600" b="1"/>
              <a:t>getElementById()</a:t>
            </a:r>
            <a:br>
              <a:rPr lang="sr-Latn-RS" sz="4800"/>
            </a:b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97641"/>
            <a:ext cx="8389917" cy="3206519"/>
          </a:xfrm>
        </p:spPr>
        <p:txBody>
          <a:bodyPr/>
          <a:lstStyle/>
          <a:p>
            <a:pPr>
              <a:defRPr/>
            </a:pPr>
            <a:r>
              <a:rPr lang="sr-Latn-CS" sz="2400"/>
              <a:t>Selektuje jedan (prvi) element unutar roditeljskog elementa koji za atribut id ima prosleđenu string vrednost.</a:t>
            </a: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Osnove JS i DOM</a:t>
            </a:r>
            <a:endParaRPr lang="en-US" sz="1400" b="1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1DB735-EEA0-5612-4342-E4CA57B99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77040" y="2675269"/>
            <a:ext cx="8389917" cy="757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8169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585635"/>
            <a:ext cx="8544296" cy="75758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DOM </a:t>
            </a:r>
            <a:r>
              <a:rPr lang="sr-Latn-RS" b="1">
                <a:cs typeface="Calibri" panose="020F0502020204030204" pitchFamily="34" charset="0"/>
              </a:rPr>
              <a:t>–</a:t>
            </a:r>
            <a:r>
              <a:rPr lang="sr-Latn-RS" sz="3600" b="1">
                <a:cs typeface="Calibri" panose="020F0502020204030204" pitchFamily="34" charset="0"/>
              </a:rPr>
              <a:t> </a:t>
            </a:r>
            <a:r>
              <a:rPr lang="sr-Latn-RS" sz="3600" b="1"/>
              <a:t>getElementsByClassName()</a:t>
            </a:r>
            <a:br>
              <a:rPr lang="sr-Latn-RS" sz="3600"/>
            </a:br>
            <a:endParaRPr sz="3600" b="1"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431640"/>
            <a:ext cx="8389917" cy="1148676"/>
          </a:xfrm>
        </p:spPr>
        <p:txBody>
          <a:bodyPr/>
          <a:lstStyle/>
          <a:p>
            <a:pPr>
              <a:defRPr/>
            </a:pPr>
            <a:r>
              <a:rPr lang="sr-Latn-CS" sz="2400"/>
              <a:t>Selektuje sve elemente koji imaju atribut class jednak prosleđenoj string vrednosti.</a:t>
            </a: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Osnove JS i DOM</a:t>
            </a:r>
            <a:endParaRPr lang="en-US" sz="1400" b="1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F63D42-4A4A-A78E-032D-319703806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2862872"/>
            <a:ext cx="9091557" cy="916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9852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585635"/>
            <a:ext cx="8544296" cy="75758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DOM </a:t>
            </a:r>
            <a:r>
              <a:rPr lang="sr-Latn-RS" b="1">
                <a:cs typeface="Calibri" panose="020F0502020204030204" pitchFamily="34" charset="0"/>
              </a:rPr>
              <a:t>–</a:t>
            </a:r>
            <a:r>
              <a:rPr lang="sr-Latn-RS" sz="3600" b="1">
                <a:cs typeface="Calibri" panose="020F0502020204030204" pitchFamily="34" charset="0"/>
              </a:rPr>
              <a:t> </a:t>
            </a:r>
            <a:r>
              <a:rPr lang="sr-Latn-RS" sz="3600" b="1"/>
              <a:t>getElementsByTagName()</a:t>
            </a:r>
            <a:br>
              <a:rPr lang="sr-Latn-RS" sz="3600"/>
            </a:br>
            <a:endParaRPr sz="3600" b="1"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134756"/>
            <a:ext cx="8389917" cy="2130958"/>
          </a:xfrm>
        </p:spPr>
        <p:txBody>
          <a:bodyPr/>
          <a:lstStyle/>
          <a:p>
            <a:pPr>
              <a:defRPr/>
            </a:pPr>
            <a:r>
              <a:rPr lang="sr-Latn-CS" sz="2400"/>
              <a:t>Selektuje sve elemente na osnovu tag name-a, odnosno tipa elementa na osnovu prosleđene string vrednosti.</a:t>
            </a:r>
          </a:p>
          <a:p>
            <a:pPr>
              <a:defRPr/>
            </a:pPr>
            <a:r>
              <a:rPr lang="sr-Latn-CS" sz="2400"/>
              <a:t>Kako je u pitanju HTMLCollection skup elemenata, iteracija kroz njih se vrši pomoću for of petlje, jer forEach nije definisan za ovaj tip.</a:t>
            </a: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Osnove JS i DOM</a:t>
            </a:r>
            <a:endParaRPr lang="en-US" sz="1400" b="1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3C141A-0268-A030-DA79-3819DA58D5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29395" y="3360924"/>
            <a:ext cx="7885207" cy="1180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06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585635"/>
            <a:ext cx="8544296" cy="75758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DOM </a:t>
            </a:r>
            <a:r>
              <a:rPr lang="sr-Latn-RS" b="1">
                <a:cs typeface="Calibri" panose="020F0502020204030204" pitchFamily="34" charset="0"/>
              </a:rPr>
              <a:t>–</a:t>
            </a:r>
            <a:r>
              <a:rPr lang="sr-Latn-RS" sz="3600" b="1">
                <a:cs typeface="Calibri" panose="020F0502020204030204" pitchFamily="34" charset="0"/>
              </a:rPr>
              <a:t> </a:t>
            </a:r>
            <a:r>
              <a:rPr lang="sr-Latn-RS" sz="3600" b="1"/>
              <a:t>querySelector()</a:t>
            </a:r>
            <a:br>
              <a:rPr lang="sr-Latn-RS" sz="3600"/>
            </a:br>
            <a:endParaRPr sz="3600" b="1"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43215"/>
            <a:ext cx="8389917" cy="2130958"/>
          </a:xfrm>
        </p:spPr>
        <p:txBody>
          <a:bodyPr/>
          <a:lstStyle/>
          <a:p>
            <a:pPr>
              <a:defRPr/>
            </a:pPr>
            <a:r>
              <a:rPr lang="sr-Latn-CS" sz="2400"/>
              <a:t>Selektuje prvi element koji odgovara prosleđenom selektoru nalik na CSS selektor.</a:t>
            </a: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32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Osnove JS i DOM</a:t>
            </a:r>
            <a:endParaRPr lang="en-US" sz="1400" b="1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C8BABD-3B05-656D-62B2-004DF5B1B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7214" y="2735775"/>
            <a:ext cx="9028711" cy="1100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5718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585635"/>
            <a:ext cx="8544296" cy="75758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DOM </a:t>
            </a:r>
            <a:r>
              <a:rPr lang="sr-Latn-RS" b="1">
                <a:cs typeface="Calibri" panose="020F0502020204030204" pitchFamily="34" charset="0"/>
              </a:rPr>
              <a:t>–</a:t>
            </a:r>
            <a:r>
              <a:rPr lang="sr-Latn-RS" sz="3600" b="1">
                <a:cs typeface="Calibri" panose="020F0502020204030204" pitchFamily="34" charset="0"/>
              </a:rPr>
              <a:t> </a:t>
            </a:r>
            <a:r>
              <a:rPr lang="sr-Latn-RS" sz="3600" b="1"/>
              <a:t>querySelectorAll()</a:t>
            </a:r>
            <a:br>
              <a:rPr lang="sr-Latn-RS" sz="3600"/>
            </a:br>
            <a:endParaRPr sz="3600" b="1"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43215"/>
            <a:ext cx="8389917" cy="2130958"/>
          </a:xfrm>
        </p:spPr>
        <p:txBody>
          <a:bodyPr/>
          <a:lstStyle/>
          <a:p>
            <a:pPr>
              <a:defRPr/>
            </a:pPr>
            <a:r>
              <a:rPr lang="sr-Latn-CS" sz="2400"/>
              <a:t>Selektuje sve elemente koji odgovaraju prosleđenom selektoru nalik na CSS selektor.</a:t>
            </a: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33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Osnove JS i DOM</a:t>
            </a:r>
            <a:endParaRPr lang="en-US" sz="1400" b="1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2E1E91-F14B-71B9-1B48-86CB533211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-7484" y="2587826"/>
            <a:ext cx="9151484" cy="995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1916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38150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Bitniji atributi HTML objekta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34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Osnove JS i DOM</a:t>
            </a:r>
            <a:endParaRPr lang="en-US" sz="1400" b="1">
              <a:latin typeface="+mj-lt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C483301-FFDA-BCEC-781F-54491AAA60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5195658"/>
              </p:ext>
            </p:extLst>
          </p:nvPr>
        </p:nvGraphicFramePr>
        <p:xfrm>
          <a:off x="921405" y="623108"/>
          <a:ext cx="7301190" cy="3897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6863">
                  <a:extLst>
                    <a:ext uri="{9D8B030D-6E8A-4147-A177-3AD203B41FA5}">
                      <a16:colId xmlns:a16="http://schemas.microsoft.com/office/drawing/2014/main" val="3694881689"/>
                    </a:ext>
                  </a:extLst>
                </a:gridCol>
                <a:gridCol w="5754327">
                  <a:extLst>
                    <a:ext uri="{9D8B030D-6E8A-4147-A177-3AD203B41FA5}">
                      <a16:colId xmlns:a16="http://schemas.microsoft.com/office/drawing/2014/main" val="353043846"/>
                    </a:ext>
                  </a:extLst>
                </a:gridCol>
              </a:tblGrid>
              <a:tr h="43899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sr-Latn-CS" sz="1800"/>
                        <a:t>atribut</a:t>
                      </a:r>
                      <a:endParaRPr lang="en-US" sz="1800"/>
                    </a:p>
                  </a:txBody>
                  <a:tcPr marL="91439" marR="91439" marT="45706" marB="45706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sr-Latn-CS" sz="1800"/>
                        <a:t>objašnjenje</a:t>
                      </a:r>
                      <a:endParaRPr lang="en-US" sz="1800"/>
                    </a:p>
                  </a:txBody>
                  <a:tcPr marL="91439" marR="91439" marT="45706" marB="45706"/>
                </a:tc>
                <a:extLst>
                  <a:ext uri="{0D108BD9-81ED-4DB2-BD59-A6C34878D82A}">
                    <a16:rowId xmlns:a16="http://schemas.microsoft.com/office/drawing/2014/main" val="847877032"/>
                  </a:ext>
                </a:extLst>
              </a:tr>
              <a:tr h="44557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sr-Latn-CS" sz="1800"/>
                        <a:t>style</a:t>
                      </a:r>
                      <a:endParaRPr lang="en-US" sz="1800"/>
                    </a:p>
                  </a:txBody>
                  <a:tcPr marL="91439" marR="91439" marT="45706" marB="45706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sr-Latn-CS" sz="1800"/>
                        <a:t>pristup CSS objektu trenutnog HTML objekta</a:t>
                      </a:r>
                      <a:endParaRPr lang="en-US" sz="1800"/>
                    </a:p>
                  </a:txBody>
                  <a:tcPr marL="91439" marR="91439" marT="45706" marB="45706"/>
                </a:tc>
                <a:extLst>
                  <a:ext uri="{0D108BD9-81ED-4DB2-BD59-A6C34878D82A}">
                    <a16:rowId xmlns:a16="http://schemas.microsoft.com/office/drawing/2014/main" val="328315863"/>
                  </a:ext>
                </a:extLst>
              </a:tr>
              <a:tr h="610771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sr-Latn-CS" sz="1800"/>
                        <a:t>innerHTML</a:t>
                      </a:r>
                      <a:endParaRPr lang="en-US" sz="1800"/>
                    </a:p>
                  </a:txBody>
                  <a:tcPr marL="91439" marR="91439" marT="45706" marB="45706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sr-Latn-CS" sz="1800"/>
                        <a:t>sadržaj elementa (između početnog i krajnjeg dela elementa)</a:t>
                      </a:r>
                      <a:endParaRPr lang="en-US" sz="1800"/>
                    </a:p>
                  </a:txBody>
                  <a:tcPr marL="91439" marR="91439" marT="45706" marB="45706"/>
                </a:tc>
                <a:extLst>
                  <a:ext uri="{0D108BD9-81ED-4DB2-BD59-A6C34878D82A}">
                    <a16:rowId xmlns:a16="http://schemas.microsoft.com/office/drawing/2014/main" val="3623745283"/>
                  </a:ext>
                </a:extLst>
              </a:tr>
              <a:tr h="43899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sr-Latn-CS" sz="1800"/>
                        <a:t>value</a:t>
                      </a:r>
                      <a:endParaRPr lang="en-US" sz="1800"/>
                    </a:p>
                  </a:txBody>
                  <a:tcPr marL="91439" marR="91439" marT="45706" marB="45706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sr-Latn-CS" sz="1800"/>
                        <a:t>(kod </a:t>
                      </a:r>
                      <a:r>
                        <a:rPr lang="sr-Latn-CS" sz="1800" b="1"/>
                        <a:t>input</a:t>
                      </a:r>
                      <a:r>
                        <a:rPr lang="sr-Latn-CS" sz="1800"/>
                        <a:t> elementa) vrednost elementa</a:t>
                      </a:r>
                      <a:endParaRPr lang="en-US" sz="1800"/>
                    </a:p>
                  </a:txBody>
                  <a:tcPr marL="91439" marR="91439" marT="45706" marB="45706"/>
                </a:tc>
                <a:extLst>
                  <a:ext uri="{0D108BD9-81ED-4DB2-BD59-A6C34878D82A}">
                    <a16:rowId xmlns:a16="http://schemas.microsoft.com/office/drawing/2014/main" val="802001502"/>
                  </a:ext>
                </a:extLst>
              </a:tr>
              <a:tr h="43899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sr-Latn-CS" sz="1800"/>
                        <a:t>parent</a:t>
                      </a:r>
                      <a:r>
                        <a:rPr lang="en-US" sz="1800"/>
                        <a:t>Node</a:t>
                      </a:r>
                      <a:endParaRPr/>
                    </a:p>
                  </a:txBody>
                  <a:tcPr marL="91439" marR="91439" marT="45706" marB="45706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sr-Latn-CS" sz="1800"/>
                        <a:t>HTML objekat koji sadrži trenutni HTML objekat</a:t>
                      </a:r>
                      <a:endParaRPr lang="en-US" sz="1800"/>
                    </a:p>
                  </a:txBody>
                  <a:tcPr marL="91439" marR="91439" marT="45706" marB="45706"/>
                </a:tc>
                <a:extLst>
                  <a:ext uri="{0D108BD9-81ED-4DB2-BD59-A6C34878D82A}">
                    <a16:rowId xmlns:a16="http://schemas.microsoft.com/office/drawing/2014/main" val="1134886872"/>
                  </a:ext>
                </a:extLst>
              </a:tr>
              <a:tr h="747337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sr-Latn-CS" sz="1800"/>
                        <a:t>childNodes</a:t>
                      </a:r>
                      <a:endParaRPr lang="en-US" sz="1800"/>
                    </a:p>
                  </a:txBody>
                  <a:tcPr marL="91439" marR="91439" marT="45706" marB="45706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sr-Latn-CS" sz="1800"/>
                        <a:t>Niz potomaka, HTML objekata (elemenata, tekstualnih čvorova i za formatiranje)</a:t>
                      </a:r>
                      <a:endParaRPr lang="sr-Latn-RS" sz="1800">
                        <a:latin typeface="Courier New"/>
                        <a:cs typeface="Courier New"/>
                      </a:endParaRPr>
                    </a:p>
                  </a:txBody>
                  <a:tcPr marL="91439" marR="91439" marT="45706" marB="45706"/>
                </a:tc>
                <a:extLst>
                  <a:ext uri="{0D108BD9-81ED-4DB2-BD59-A6C34878D82A}">
                    <a16:rowId xmlns:a16="http://schemas.microsoft.com/office/drawing/2014/main" val="3208047262"/>
                  </a:ext>
                </a:extLst>
              </a:tr>
              <a:tr h="747337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sr-Latn-RS" sz="1800"/>
                        <a:t>children</a:t>
                      </a:r>
                      <a:endParaRPr lang="en-US" sz="1800"/>
                    </a:p>
                  </a:txBody>
                  <a:tcPr marL="91439" marR="91439" marT="45706" marB="45706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sr-Latn-RS" sz="1800"/>
                        <a:t>Niz potomaka, isključivo HTML elemenata</a:t>
                      </a:r>
                      <a:endParaRPr/>
                    </a:p>
                  </a:txBody>
                  <a:tcPr marL="91439" marR="91439" marT="45706" marB="45706"/>
                </a:tc>
                <a:extLst>
                  <a:ext uri="{0D108BD9-81ED-4DB2-BD59-A6C34878D82A}">
                    <a16:rowId xmlns:a16="http://schemas.microsoft.com/office/drawing/2014/main" val="1874927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98494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Modifikacija stila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97641"/>
            <a:ext cx="8389917" cy="3206519"/>
          </a:xfrm>
        </p:spPr>
        <p:txBody>
          <a:bodyPr/>
          <a:lstStyle/>
          <a:p>
            <a:pPr marL="342900">
              <a:defRPr/>
            </a:pPr>
            <a:r>
              <a:rPr lang="sr-Latn-RS" sz="2400"/>
              <a:t>Svaki DOM element prilikom učitavanja stranice ima svoj style property</a:t>
            </a:r>
          </a:p>
          <a:p>
            <a:pPr marL="342900">
              <a:defRPr/>
            </a:pPr>
            <a:r>
              <a:rPr lang="sr-Latn-RS" sz="2400"/>
              <a:t>Preko njega, moguće je promeniti bilo koji stilski atribut, slično kao što se to radi kroz CSS</a:t>
            </a:r>
          </a:p>
          <a:p>
            <a:pPr marL="342900">
              <a:defRPr/>
            </a:pPr>
            <a:r>
              <a:rPr lang="sr-Latn-RS" sz="2400"/>
              <a:t>Primer: Kreirati stranu sa tri paragrafa i proizvoljnim tekstom. Prvom obojiti slova u plavu boju, drugom dodati proizvoljni okvir, a trećem promeniti veličinu fonta na 30px</a:t>
            </a: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35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Osnove JS i DOM</a:t>
            </a:r>
            <a:endParaRPr lang="en-US" sz="1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083858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Dodavanje klasa kroz JS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97641"/>
            <a:ext cx="8389917" cy="3206519"/>
          </a:xfrm>
        </p:spPr>
        <p:txBody>
          <a:bodyPr/>
          <a:lstStyle/>
          <a:p>
            <a:pPr marL="342900">
              <a:defRPr/>
            </a:pPr>
            <a:r>
              <a:rPr lang="sr-Latn-RS" sz="2400"/>
              <a:t>Umesto direktnog menjanja stilova kroz JS, korektniji pristup je pripremanje posebnih klasa u CSS fajlu, koje možemo dodeliti/oduzeti kada dođe do potrebe za tim</a:t>
            </a:r>
          </a:p>
          <a:p>
            <a:pPr marL="342900">
              <a:defRPr/>
            </a:pPr>
            <a:r>
              <a:rPr lang="sr-Latn-RS" sz="2400"/>
              <a:t>Pristup klasama selektovanog elementa je moguć preko: el.classList</a:t>
            </a:r>
          </a:p>
          <a:p>
            <a:pPr marL="342900">
              <a:defRPr/>
            </a:pPr>
            <a:r>
              <a:rPr lang="sr-Latn-RS" sz="2400"/>
              <a:t>Dodavanje se vrši pomoću add, a uklanjanje pomoću remove funkcije na classList svojstvom</a:t>
            </a: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36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Osnove JS i DOM</a:t>
            </a:r>
            <a:endParaRPr lang="en-US" sz="1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184937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Modifikacija sadržaja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97641"/>
            <a:ext cx="8389917" cy="3206519"/>
          </a:xfrm>
        </p:spPr>
        <p:txBody>
          <a:bodyPr/>
          <a:lstStyle/>
          <a:p>
            <a:pPr marL="342900">
              <a:defRPr/>
            </a:pPr>
            <a:r>
              <a:rPr lang="sr-Latn-RS" sz="2400"/>
              <a:t>const el = document.getElementById(“home”)</a:t>
            </a:r>
          </a:p>
          <a:p>
            <a:pPr marL="342900">
              <a:defRPr/>
            </a:pPr>
            <a:r>
              <a:rPr lang="sr-Latn-RS" sz="2400"/>
              <a:t>el.textContent – vraća string sa tekstom (bez tagova unutrašnjih elemenata) koji se sadrži u elementu, može se koristiti i za modifikaciju</a:t>
            </a:r>
          </a:p>
          <a:p>
            <a:pPr marL="342900">
              <a:defRPr/>
            </a:pPr>
            <a:r>
              <a:rPr lang="sr-Latn-RS" sz="2400"/>
              <a:t>el.innerHTML – vraća string sa tekstom (sa tagovima unutrašnjih elemenata) koji se sadrži u elementu, može se koristiti i za modifikaciju</a:t>
            </a: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37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Osnove JS i DOM</a:t>
            </a:r>
            <a:endParaRPr lang="en-US" sz="1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430990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Event Listeners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190763"/>
            <a:ext cx="8389917" cy="3206519"/>
          </a:xfrm>
        </p:spPr>
        <p:txBody>
          <a:bodyPr/>
          <a:lstStyle/>
          <a:p>
            <a:pPr marL="342900">
              <a:defRPr/>
            </a:pPr>
            <a:r>
              <a:rPr lang="sr-Latn-RS" sz="2400"/>
              <a:t>Mogući događaji koje osluškujemo:</a:t>
            </a:r>
          </a:p>
          <a:p>
            <a:pPr marL="800100" lvl="1">
              <a:defRPr/>
            </a:pPr>
            <a:r>
              <a:rPr lang="sr-Latn-RS" sz="2400">
                <a:latin typeface="+mj-lt"/>
              </a:rPr>
              <a:t>klik na element</a:t>
            </a:r>
          </a:p>
          <a:p>
            <a:pPr marL="800100" lvl="1">
              <a:defRPr/>
            </a:pPr>
            <a:r>
              <a:rPr lang="sr-Latn-RS" sz="2400">
                <a:latin typeface="+mj-lt"/>
              </a:rPr>
              <a:t>prelazak preko elemenata</a:t>
            </a:r>
          </a:p>
          <a:p>
            <a:pPr marL="800100" lvl="1">
              <a:defRPr/>
            </a:pPr>
            <a:r>
              <a:rPr lang="sr-Latn-RS" sz="2400">
                <a:latin typeface="+mj-lt"/>
              </a:rPr>
              <a:t>drag n drop</a:t>
            </a:r>
          </a:p>
          <a:p>
            <a:pPr marL="800100" lvl="1">
              <a:defRPr/>
            </a:pPr>
            <a:r>
              <a:rPr lang="sr-Latn-RS" sz="2400">
                <a:latin typeface="+mj-lt"/>
              </a:rPr>
              <a:t>pritisak Enter tastera</a:t>
            </a:r>
          </a:p>
          <a:p>
            <a:pPr marL="800100" lvl="1">
              <a:defRPr/>
            </a:pPr>
            <a:r>
              <a:rPr lang="sr-Latn-RS" sz="2400">
                <a:latin typeface="+mj-lt"/>
              </a:rPr>
              <a:t>Spisak događaja: </a:t>
            </a:r>
            <a:r>
              <a:rPr lang="sr-Latn-RS" sz="2400">
                <a:latin typeface="+mj-lt"/>
                <a:hlinkClick r:id="rId3"/>
              </a:rPr>
              <a:t>https://developer.mozilla.org/en-US/docs/Web/Events</a:t>
            </a:r>
            <a:r>
              <a:rPr lang="sr-Latn-RS" sz="2400">
                <a:latin typeface="+mj-lt"/>
              </a:rPr>
              <a:t> </a:t>
            </a: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38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Osnove JS i DOM</a:t>
            </a:r>
            <a:endParaRPr lang="en-US" sz="1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812174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8544296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Procesiranje događaja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190763"/>
            <a:ext cx="8389917" cy="3206519"/>
          </a:xfrm>
        </p:spPr>
        <p:txBody>
          <a:bodyPr/>
          <a:lstStyle/>
          <a:p>
            <a:pPr marL="342900">
              <a:defRPr/>
            </a:pPr>
            <a:r>
              <a:rPr lang="sr-Latn-RS" sz="2400"/>
              <a:t>Pronalažanje elementa za koji treba obraditi događaj</a:t>
            </a:r>
          </a:p>
          <a:p>
            <a:pPr marL="342900">
              <a:defRPr/>
            </a:pPr>
            <a:r>
              <a:rPr lang="sr-Latn-RS" sz="2400"/>
              <a:t>Definisati koji događaj treba obraditi i dodeliti mu funkciju za obradu</a:t>
            </a:r>
          </a:p>
          <a:p>
            <a:pPr marL="342900">
              <a:defRPr/>
            </a:pPr>
            <a:r>
              <a:rPr lang="sr-Latn-RS" sz="2400"/>
              <a:t>Testiranje na samoj stranici</a:t>
            </a:r>
          </a:p>
          <a:p>
            <a:pPr marL="342900">
              <a:defRPr/>
            </a:pPr>
            <a:r>
              <a:rPr lang="sr-Latn-RS" sz="2400"/>
              <a:t>Inline definisanje</a:t>
            </a:r>
          </a:p>
          <a:p>
            <a:pPr marL="342900">
              <a:defRPr/>
            </a:pPr>
            <a:r>
              <a:rPr lang="sr-Latn-RS" sz="2400"/>
              <a:t>AddEventListener(imeEventa, funkcijaZaObradu)</a:t>
            </a: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39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Osnove JS i DOM</a:t>
            </a:r>
            <a:endParaRPr lang="en-US" sz="1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447167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296883" y="605600"/>
            <a:ext cx="8809042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Dodavanje novih HTML elemenata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448790"/>
            <a:ext cx="8389917" cy="2948492"/>
          </a:xfrm>
        </p:spPr>
        <p:txBody>
          <a:bodyPr/>
          <a:lstStyle/>
          <a:p>
            <a:pPr marL="342900">
              <a:defRPr/>
            </a:pPr>
            <a:r>
              <a:rPr lang="sr-Latn-RS" sz="2400"/>
              <a:t>Dodavanje novog HTML elementa u postojeći dokument (Web stranu) se vrši u tri koraka:</a:t>
            </a:r>
          </a:p>
          <a:p>
            <a:pPr marL="800100" lvl="1">
              <a:defRPr/>
            </a:pPr>
            <a:r>
              <a:rPr lang="sr-Latn-RS" sz="2400">
                <a:latin typeface="+mj-lt"/>
              </a:rPr>
              <a:t>Kreiranje željenog HTML elementa</a:t>
            </a:r>
          </a:p>
          <a:p>
            <a:pPr marL="800100" lvl="1">
              <a:defRPr/>
            </a:pPr>
            <a:r>
              <a:rPr lang="sr-Latn-RS" sz="2400">
                <a:latin typeface="+mj-lt"/>
              </a:rPr>
              <a:t>Definisanje njegovih atributa</a:t>
            </a:r>
          </a:p>
          <a:p>
            <a:pPr marL="800100" lvl="1">
              <a:defRPr/>
            </a:pPr>
            <a:r>
              <a:rPr lang="sr-Latn-RS" sz="2400">
                <a:latin typeface="+mj-lt"/>
              </a:rPr>
              <a:t>Dodavanje tog elementa postojećem HTML elementu</a:t>
            </a: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40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Osnove JS i DOM</a:t>
            </a:r>
            <a:endParaRPr lang="en-US" sz="1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976871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296883" y="400197"/>
            <a:ext cx="8809042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Dodavanje elementa Web strani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092238"/>
            <a:ext cx="8389917" cy="3099641"/>
          </a:xfrm>
        </p:spPr>
        <p:txBody>
          <a:bodyPr/>
          <a:lstStyle/>
          <a:p>
            <a:pPr marL="342900">
              <a:defRPr/>
            </a:pPr>
            <a:r>
              <a:rPr lang="sr-Latn-RS" sz="2000"/>
              <a:t>Koristi se DOM methoda appendChild:</a:t>
            </a:r>
          </a:p>
          <a:p>
            <a:pPr marL="0" indent="0">
              <a:buNone/>
              <a:defRPr/>
            </a:pPr>
            <a:r>
              <a:rPr lang="sr-Latn-RS" sz="2000"/>
              <a:t>node.appendChild(obj)</a:t>
            </a:r>
          </a:p>
          <a:p>
            <a:pPr marL="800100" lvl="1">
              <a:defRPr/>
            </a:pPr>
            <a:r>
              <a:rPr lang="sr-Latn-RS" sz="2000">
                <a:latin typeface="+mj-lt"/>
              </a:rPr>
              <a:t>node – HTML element kome dodajemo</a:t>
            </a:r>
          </a:p>
          <a:p>
            <a:pPr marL="800100" lvl="1">
              <a:defRPr/>
            </a:pPr>
            <a:r>
              <a:rPr lang="sr-Latn-RS" sz="2000">
                <a:latin typeface="+mj-lt"/>
              </a:rPr>
              <a:t>obj – HTML element koji dodajemo</a:t>
            </a:r>
          </a:p>
          <a:p>
            <a:pPr marL="342900">
              <a:defRPr/>
            </a:pPr>
            <a:r>
              <a:rPr lang="sr-Latn-RS" sz="2000"/>
              <a:t>Primer:</a:t>
            </a:r>
          </a:p>
          <a:p>
            <a:pPr marL="0" indent="0">
              <a:buNone/>
              <a:defRPr/>
            </a:pPr>
            <a:r>
              <a:rPr lang="sr-Latn-RS" sz="2000"/>
              <a:t>document.getElementById(imeRoditelja).appendChild(obj);</a:t>
            </a:r>
          </a:p>
          <a:p>
            <a:pPr marL="800100" lvl="1">
              <a:defRPr/>
            </a:pPr>
            <a:r>
              <a:rPr lang="sr-Latn-RS" sz="2000">
                <a:latin typeface="+mj-lt"/>
              </a:rPr>
              <a:t>imeRoditelja – ID HTML elementa</a:t>
            </a:r>
          </a:p>
          <a:p>
            <a:pPr marL="800100" lvl="1">
              <a:defRPr/>
            </a:pPr>
            <a:r>
              <a:rPr lang="sr-Latn-RS" sz="2000">
                <a:latin typeface="+mj-lt"/>
              </a:rPr>
              <a:t>obj – HTML element (objekat)</a:t>
            </a: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41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Osnove JS i DOM</a:t>
            </a:r>
            <a:endParaRPr lang="en-US" sz="1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607106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296883" y="605600"/>
            <a:ext cx="8809042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Kreiranje novog HTML elemenata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7040" y="1297641"/>
            <a:ext cx="8389917" cy="2948492"/>
          </a:xfrm>
        </p:spPr>
        <p:txBody>
          <a:bodyPr/>
          <a:lstStyle/>
          <a:p>
            <a:pPr marL="342900">
              <a:defRPr/>
            </a:pPr>
            <a:r>
              <a:rPr lang="sr-Latn-RS" sz="2400"/>
              <a:t>Koristi se sledeća DOM metoda:</a:t>
            </a:r>
          </a:p>
          <a:p>
            <a:pPr marL="0" indent="0">
              <a:buNone/>
              <a:defRPr/>
            </a:pPr>
            <a:r>
              <a:rPr lang="sr-Latn-RS" sz="2000">
                <a:latin typeface="Consolas" panose="020B0609020204030204" pitchFamily="49" charset="0"/>
              </a:rPr>
              <a:t>document.createNode(el)    </a:t>
            </a:r>
            <a:r>
              <a:rPr lang="sr-Latn-RS" sz="2400"/>
              <a:t>gde je el – naziv HTML elementa</a:t>
            </a:r>
          </a:p>
          <a:p>
            <a:pPr marL="342900">
              <a:defRPr/>
            </a:pPr>
            <a:r>
              <a:rPr lang="sr-Latn-RS" sz="2400"/>
              <a:t>Primer:</a:t>
            </a:r>
          </a:p>
          <a:p>
            <a:pPr marL="0" indent="0">
              <a:buNone/>
              <a:defRPr/>
            </a:pPr>
            <a:r>
              <a:rPr lang="sr-Latn-RS" sz="2000">
                <a:latin typeface="Consolas" panose="020B0609020204030204" pitchFamily="49" charset="0"/>
              </a:rPr>
              <a:t>var obj = document.createNode(“a”)</a:t>
            </a:r>
          </a:p>
          <a:p>
            <a:pPr marL="342900">
              <a:defRPr/>
            </a:pPr>
            <a:r>
              <a:rPr lang="sr-Latn-RS" sz="2400"/>
              <a:t>Kreirani element postoji još uvek samo u memoriji lokalnog računara (u gornjem primeru u promenljivoj obj)</a:t>
            </a: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42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Osnove JS i DOM</a:t>
            </a:r>
            <a:endParaRPr lang="en-US" sz="1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864528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296883" y="400197"/>
            <a:ext cx="8809042" cy="6920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Definisanje atributa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092238"/>
            <a:ext cx="8389917" cy="3361009"/>
          </a:xfrm>
        </p:spPr>
        <p:txBody>
          <a:bodyPr/>
          <a:lstStyle/>
          <a:p>
            <a:pPr>
              <a:defRPr/>
            </a:pPr>
            <a:r>
              <a:rPr lang="en-US" sz="2400"/>
              <a:t>Atributima novokreiranog HTML elementa se pristupa kao i atributima bilo kog objekta u npr. C++.</a:t>
            </a:r>
          </a:p>
          <a:p>
            <a:pPr>
              <a:defRPr/>
            </a:pPr>
            <a:r>
              <a:rPr lang="en-US" sz="2400"/>
              <a:t>Kojim atributima element raspolaže zavisi od njegovog tipa (npr. &lt;a&gt; ima href atribut, &lt;div&gt; nema)</a:t>
            </a:r>
          </a:p>
          <a:p>
            <a:pPr>
              <a:buFont typeface="Wingdings"/>
              <a:buNone/>
              <a:defRPr/>
            </a:pPr>
            <a:r>
              <a:rPr lang="en-US" sz="1800">
                <a:latin typeface="Courier New"/>
                <a:cs typeface="Courier New"/>
              </a:rPr>
              <a:t>obj.href=“http://www.elfak.ni.ac.yu”</a:t>
            </a:r>
            <a:endParaRPr lang="en-US" sz="2800"/>
          </a:p>
          <a:p>
            <a:pPr>
              <a:buFont typeface="Wingdings"/>
              <a:buNone/>
              <a:defRPr/>
            </a:pPr>
            <a:r>
              <a:rPr lang="en-US" sz="1800">
                <a:latin typeface="Courier New"/>
                <a:cs typeface="Courier New"/>
              </a:rPr>
              <a:t>obj.style.color = “#66f4aa”</a:t>
            </a:r>
            <a:endParaRPr lang="en-US" sz="2800"/>
          </a:p>
          <a:p>
            <a:pPr>
              <a:buFont typeface="Wingdings"/>
              <a:buNone/>
              <a:defRPr/>
            </a:pPr>
            <a:r>
              <a:rPr lang="en-US" sz="1800">
                <a:latin typeface="Courier New"/>
                <a:cs typeface="Courier New"/>
              </a:rPr>
              <a:t>obj.innerHTML = “Elektronski Fax”;</a:t>
            </a:r>
            <a:endParaRPr lang="en-US" sz="2800"/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43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80F5DC7-2FFF-B199-31B5-A2AEFEFB622C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Osnove JS i DOM</a:t>
            </a:r>
            <a:endParaRPr lang="en-US" sz="1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785682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39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614263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>
                <a:latin typeface="Calibri" panose="020F0502020204030204" pitchFamily="34" charset="0"/>
                <a:cs typeface="Calibri" panose="020F0502020204030204" pitchFamily="34" charset="0"/>
              </a:rPr>
              <a:t>Literatura</a:t>
            </a:r>
            <a:endParaRPr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177C-B474-5BE3-8167-42371BB2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24535"/>
            <a:ext cx="8444753" cy="3207543"/>
          </a:xfrm>
        </p:spPr>
        <p:txBody>
          <a:bodyPr/>
          <a:lstStyle/>
          <a:p>
            <a:r>
              <a:rPr lang="en-US" sz="2400">
                <a:hlinkClick r:id="rId3"/>
              </a:rPr>
              <a:t>ECMAScript® 2023 Language Specification (tc39.es)</a:t>
            </a:r>
            <a:endParaRPr lang="sr-Latn-RS" sz="2400"/>
          </a:p>
          <a:p>
            <a:r>
              <a:rPr lang="en-US" sz="2400">
                <a:hlinkClick r:id="rId4"/>
              </a:rPr>
              <a:t>JavaScript and HTML DOM Reference (w3schools.com)</a:t>
            </a:r>
            <a:endParaRPr lang="en-US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95" name="Google Shape;229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44</a:t>
            </a:fld>
            <a:endParaRPr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E5B5D06E-E05D-44A9-AC59-1F622D40C22E}"/>
              </a:ext>
            </a:extLst>
          </p:cNvPr>
          <p:cNvSpPr txBox="1">
            <a:spLocks/>
          </p:cNvSpPr>
          <p:nvPr/>
        </p:nvSpPr>
        <p:spPr>
          <a:xfrm>
            <a:off x="3481387" y="4674850"/>
            <a:ext cx="2181225" cy="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marR="0" lvl="0" indent="0" algn="ctr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sr-Latn-RS" sz="1400" b="1">
                <a:latin typeface="+mj-lt"/>
              </a:rPr>
              <a:t>Osnove JS i DOM</a:t>
            </a:r>
            <a:endParaRPr lang="en-US" sz="14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139559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742876-0C61-88C9-A392-BAD359793F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45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70381073"/>
      </p:ext>
    </p:extLst>
  </p:cSld>
  <p:clrMapOvr>
    <a:masterClrMapping/>
  </p:clrMapOvr>
</p:sld>
</file>

<file path=ppt/theme/theme1.xml><?xml version="1.0" encoding="utf-8"?>
<a:theme xmlns:a="http://schemas.openxmlformats.org/drawingml/2006/main" name="web programiranje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2C65AA"/>
      </a:accent1>
      <a:accent2>
        <a:srgbClr val="911717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ezentacij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b programiranje" id="{40376EBE-A7C4-42EB-A253-1DB948FAB9D9}" vid="{A5EFD688-84DC-4A08-895F-9A6F96B85C45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EDD02BBA166DC45A2E0D6A8CFD4248F" ma:contentTypeVersion="12" ma:contentTypeDescription="Kreiraj novi dokument." ma:contentTypeScope="" ma:versionID="742da834173230af8131dd5ff3df5ef9">
  <xsd:schema xmlns:xsd="http://www.w3.org/2001/XMLSchema" xmlns:xs="http://www.w3.org/2001/XMLSchema" xmlns:p="http://schemas.microsoft.com/office/2006/metadata/properties" xmlns:ns2="e80b6503-0cbd-4259-b552-87ff7361c910" xmlns:ns3="01e09194-04a8-47b6-a864-085069733af2" targetNamespace="http://schemas.microsoft.com/office/2006/metadata/properties" ma:root="true" ma:fieldsID="078207cfdb64db8e9798b160b083195f" ns2:_="" ns3:_="">
    <xsd:import namespace="e80b6503-0cbd-4259-b552-87ff7361c910"/>
    <xsd:import namespace="01e09194-04a8-47b6-a864-085069733af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0b6503-0cbd-4259-b552-87ff7361c9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e09194-04a8-47b6-a864-085069733af2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Deljeno sa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ljeno sa detaljima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 sadržaja"/>
        <xsd:element ref="dc:title" minOccurs="0" maxOccurs="1" ma:index="4" ma:displayName="Naslov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D7EDBD6-547F-4D01-911F-DF21B2E06B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0b6503-0cbd-4259-b552-87ff7361c910"/>
    <ds:schemaRef ds:uri="01e09194-04a8-47b6-a864-085069733a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DCD670A-E9E5-449C-8BFB-5E066D0D6E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325064A-871C-4789-9905-B715AB475C5C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web programiranje</Template>
  <TotalTime>3005</TotalTime>
  <Words>2364</Words>
  <Application>Microsoft Office PowerPoint</Application>
  <PresentationFormat>On-screen Show (16:9)</PresentationFormat>
  <Paragraphs>327</Paragraphs>
  <Slides>45</Slides>
  <Notes>44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6" baseType="lpstr">
      <vt:lpstr>web programiranje</vt:lpstr>
      <vt:lpstr>Osnove JavaScript-a DOM</vt:lpstr>
      <vt:lpstr>JavaScript</vt:lpstr>
      <vt:lpstr>JavaScript</vt:lpstr>
      <vt:lpstr>ES14 standard</vt:lpstr>
      <vt:lpstr>Uključivanje JS koda u stranicu</vt:lpstr>
      <vt:lpstr>Debagiranje</vt:lpstr>
      <vt:lpstr>Debagiranje</vt:lpstr>
      <vt:lpstr>JS promenljive</vt:lpstr>
      <vt:lpstr>JS promenljive</vt:lpstr>
      <vt:lpstr>Interpolacija stringova</vt:lpstr>
      <vt:lpstr>Funkcije</vt:lpstr>
      <vt:lpstr>Funkcije – deklaracija</vt:lpstr>
      <vt:lpstr>Funkcije – deklaracija</vt:lpstr>
      <vt:lpstr>Funkcije – opseg važenja</vt:lpstr>
      <vt:lpstr>Alert i Prompt</vt:lpstr>
      <vt:lpstr>Hoisting</vt:lpstr>
      <vt:lpstr>Nizovi u JS</vt:lpstr>
      <vt:lpstr>Nizovi u JS</vt:lpstr>
      <vt:lpstr>Nizovi u JS</vt:lpstr>
      <vt:lpstr>Nizovi – obilazak elemenata</vt:lpstr>
      <vt:lpstr>Nizovi – forEach petlja</vt:lpstr>
      <vt:lpstr>Nizovi – forEach petlja</vt:lpstr>
      <vt:lpstr>Nizovi – još neke funkcije</vt:lpstr>
      <vt:lpstr>DOM - Document Object Model </vt:lpstr>
      <vt:lpstr>DOM - Document Object Model </vt:lpstr>
      <vt:lpstr>DOM – proces modifikacije </vt:lpstr>
      <vt:lpstr>DOM – selektori </vt:lpstr>
      <vt:lpstr>DOM – pretraga elemenata </vt:lpstr>
      <vt:lpstr>DOM – getElementById() </vt:lpstr>
      <vt:lpstr>DOM – getElementsByClassName() </vt:lpstr>
      <vt:lpstr>DOM – getElementsByTagName() </vt:lpstr>
      <vt:lpstr>DOM – querySelector() </vt:lpstr>
      <vt:lpstr>DOM – querySelectorAll() </vt:lpstr>
      <vt:lpstr>Bitniji atributi HTML objekta</vt:lpstr>
      <vt:lpstr>Modifikacija stila</vt:lpstr>
      <vt:lpstr>Dodavanje klasa kroz JS</vt:lpstr>
      <vt:lpstr>Modifikacija sadržaja</vt:lpstr>
      <vt:lpstr>Event Listeners</vt:lpstr>
      <vt:lpstr>Procesiranje događaja</vt:lpstr>
      <vt:lpstr>Dodavanje novih HTML elemenata</vt:lpstr>
      <vt:lpstr>Dodavanje elementa Web strani</vt:lpstr>
      <vt:lpstr>Kreiranje novog HTML elemenata</vt:lpstr>
      <vt:lpstr>Definisanje atributa</vt:lpstr>
      <vt:lpstr>Literatura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Retrofit</dc:title>
  <dc:creator>Nevena Tufegdzic</dc:creator>
  <cp:lastModifiedBy>Nevena C. Tufegdzic</cp:lastModifiedBy>
  <cp:revision>98</cp:revision>
  <dcterms:modified xsi:type="dcterms:W3CDTF">2024-08-07T16:16:54Z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0x010100BEDD02BBA166DC45A2E0D6A8CFD4248F</vt:lpwstr>
  </property>
</Properties>
</file>