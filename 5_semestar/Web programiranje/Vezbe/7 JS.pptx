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4"/>
  </p:sldMasterIdLst>
  <p:notesMasterIdLst>
    <p:notesMasterId r:id="rId31"/>
  </p:notesMasterIdLst>
  <p:sldIdLst>
    <p:sldId id="256" r:id="rId5"/>
    <p:sldId id="382" r:id="rId6"/>
    <p:sldId id="383" r:id="rId7"/>
    <p:sldId id="311" r:id="rId8"/>
    <p:sldId id="376" r:id="rId9"/>
    <p:sldId id="377" r:id="rId10"/>
    <p:sldId id="378" r:id="rId11"/>
    <p:sldId id="379" r:id="rId12"/>
    <p:sldId id="380" r:id="rId13"/>
    <p:sldId id="384" r:id="rId14"/>
    <p:sldId id="385" r:id="rId15"/>
    <p:sldId id="381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10" r:id="rId29"/>
    <p:sldId id="375" r:id="rId3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46"/>
    <a:srgbClr val="0031CC"/>
    <a:srgbClr val="054EE1"/>
    <a:srgbClr val="8E0000"/>
    <a:srgbClr val="A31515"/>
    <a:srgbClr val="9900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vena C. Tufegdzic" userId="39fd384f-01ad-44eb-92a0-5e868a885691" providerId="ADAL" clId="{4CF1938C-9F63-4379-BFFB-D701749E4D2B}"/>
    <pc:docChg chg="modSld">
      <pc:chgData name="Nevena C. Tufegdzic" userId="39fd384f-01ad-44eb-92a0-5e868a885691" providerId="ADAL" clId="{4CF1938C-9F63-4379-BFFB-D701749E4D2B}" dt="2023-12-11T09:05:32.782" v="14" actId="20577"/>
      <pc:docMkLst>
        <pc:docMk/>
      </pc:docMkLst>
      <pc:sldChg chg="modSp mod">
        <pc:chgData name="Nevena C. Tufegdzic" userId="39fd384f-01ad-44eb-92a0-5e868a885691" providerId="ADAL" clId="{4CF1938C-9F63-4379-BFFB-D701749E4D2B}" dt="2023-12-11T09:05:32.782" v="14" actId="20577"/>
        <pc:sldMkLst>
          <pc:docMk/>
          <pc:sldMk cId="1823018877" sldId="385"/>
        </pc:sldMkLst>
        <pc:spChg chg="mod">
          <ac:chgData name="Nevena C. Tufegdzic" userId="39fd384f-01ad-44eb-92a0-5e868a885691" providerId="ADAL" clId="{4CF1938C-9F63-4379-BFFB-D701749E4D2B}" dt="2023-12-11T09:05:32.782" v="14" actId="20577"/>
          <ac:spMkLst>
            <pc:docMk/>
            <pc:sldMk cId="1823018877" sldId="385"/>
            <ac:spMk id="4" creationId="{7743C301-3193-9346-3F60-E67C42948D3E}"/>
          </ac:spMkLst>
        </pc:spChg>
      </pc:sldChg>
    </pc:docChg>
  </pc:docChgLst>
  <pc:docChgLst>
    <pc:chgData name="Nevena C. Tufegdzic" userId="39fd384f-01ad-44eb-92a0-5e868a885691" providerId="ADAL" clId="{9978909E-33E0-410C-A38E-231F049E05ED}"/>
    <pc:docChg chg="undo redo custSel addSld delSld modSld">
      <pc:chgData name="Nevena C. Tufegdzic" userId="39fd384f-01ad-44eb-92a0-5e868a885691" providerId="ADAL" clId="{9978909E-33E0-410C-A38E-231F049E05ED}" dt="2023-12-01T13:02:10.838" v="355" actId="1076"/>
      <pc:docMkLst>
        <pc:docMk/>
      </pc:docMkLst>
      <pc:sldChg chg="modSp mod">
        <pc:chgData name="Nevena C. Tufegdzic" userId="39fd384f-01ad-44eb-92a0-5e868a885691" providerId="ADAL" clId="{9978909E-33E0-410C-A38E-231F049E05ED}" dt="2023-11-16T10:29:44.305" v="15" actId="20577"/>
        <pc:sldMkLst>
          <pc:docMk/>
          <pc:sldMk cId="0" sldId="256"/>
        </pc:sldMkLst>
        <pc:spChg chg="mod">
          <ac:chgData name="Nevena C. Tufegdzic" userId="39fd384f-01ad-44eb-92a0-5e868a885691" providerId="ADAL" clId="{9978909E-33E0-410C-A38E-231F049E05ED}" dt="2023-11-16T10:29:44.305" v="15" actId="20577"/>
          <ac:spMkLst>
            <pc:docMk/>
            <pc:sldMk cId="0" sldId="256"/>
            <ac:spMk id="338" creationId="{00000000-0000-0000-0000-000000000000}"/>
          </ac:spMkLst>
        </pc:spChg>
      </pc:sldChg>
      <pc:sldChg chg="modSp mod">
        <pc:chgData name="Nevena C. Tufegdzic" userId="39fd384f-01ad-44eb-92a0-5e868a885691" providerId="ADAL" clId="{9978909E-33E0-410C-A38E-231F049E05ED}" dt="2023-11-16T10:30:12.113" v="59" actId="20577"/>
        <pc:sldMkLst>
          <pc:docMk/>
          <pc:sldMk cId="2913955906" sldId="310"/>
        </pc:sldMkLst>
        <pc:spChg chg="mod">
          <ac:chgData name="Nevena C. Tufegdzic" userId="39fd384f-01ad-44eb-92a0-5e868a885691" providerId="ADAL" clId="{9978909E-33E0-410C-A38E-231F049E05ED}" dt="2023-11-16T10:30:12.113" v="59" actId="20577"/>
          <ac:spMkLst>
            <pc:docMk/>
            <pc:sldMk cId="2913955906" sldId="310"/>
            <ac:spMk id="2" creationId="{E5B5D06E-E05D-44A9-AC59-1F622D40C22E}"/>
          </ac:spMkLst>
        </pc:spChg>
      </pc:sldChg>
      <pc:sldChg chg="modSp mod">
        <pc:chgData name="Nevena C. Tufegdzic" userId="39fd384f-01ad-44eb-92a0-5e868a885691" providerId="ADAL" clId="{9978909E-33E0-410C-A38E-231F049E05ED}" dt="2023-12-01T12:33:55.127" v="99" actId="14100"/>
        <pc:sldMkLst>
          <pc:docMk/>
          <pc:sldMk cId="413156497" sldId="311"/>
        </pc:sldMkLst>
        <pc:spChg chg="mod">
          <ac:chgData name="Nevena C. Tufegdzic" userId="39fd384f-01ad-44eb-92a0-5e868a885691" providerId="ADAL" clId="{9978909E-33E0-410C-A38E-231F049E05ED}" dt="2023-11-16T10:29:58.082" v="30" actId="20577"/>
          <ac:spMkLst>
            <pc:docMk/>
            <pc:sldMk cId="413156497" sldId="311"/>
            <ac:spMk id="2" creationId="{780F5DC7-2FFF-B199-31B5-A2AEFEFB622C}"/>
          </ac:spMkLst>
        </pc:spChg>
        <pc:spChg chg="mod">
          <ac:chgData name="Nevena C. Tufegdzic" userId="39fd384f-01ad-44eb-92a0-5e868a885691" providerId="ADAL" clId="{9978909E-33E0-410C-A38E-231F049E05ED}" dt="2023-12-01T12:33:55.127" v="99" actId="14100"/>
          <ac:spMkLst>
            <pc:docMk/>
            <pc:sldMk cId="413156497" sldId="311"/>
            <ac:spMk id="3" creationId="{B06A177C-B474-5BE3-8167-42371BB2E444}"/>
          </ac:spMkLst>
        </pc:spChg>
        <pc:spChg chg="mod">
          <ac:chgData name="Nevena C. Tufegdzic" userId="39fd384f-01ad-44eb-92a0-5e868a885691" providerId="ADAL" clId="{9978909E-33E0-410C-A38E-231F049E05ED}" dt="2023-12-01T12:30:29.446" v="76" actId="20577"/>
          <ac:spMkLst>
            <pc:docMk/>
            <pc:sldMk cId="413156497" sldId="311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50120529" sldId="376"/>
        </pc:sldMkLst>
      </pc:sldChg>
      <pc:sldChg chg="modSp add mod">
        <pc:chgData name="Nevena C. Tufegdzic" userId="39fd384f-01ad-44eb-92a0-5e868a885691" providerId="ADAL" clId="{9978909E-33E0-410C-A38E-231F049E05ED}" dt="2023-12-01T12:43:07.060" v="123" actId="1076"/>
        <pc:sldMkLst>
          <pc:docMk/>
          <pc:sldMk cId="2792393065" sldId="376"/>
        </pc:sldMkLst>
        <pc:spChg chg="mod">
          <ac:chgData name="Nevena C. Tufegdzic" userId="39fd384f-01ad-44eb-92a0-5e868a885691" providerId="ADAL" clId="{9978909E-33E0-410C-A38E-231F049E05ED}" dt="2023-12-01T12:43:07.060" v="123" actId="1076"/>
          <ac:spMkLst>
            <pc:docMk/>
            <pc:sldMk cId="2792393065" sldId="376"/>
            <ac:spMk id="3" creationId="{B06A177C-B474-5BE3-8167-42371BB2E444}"/>
          </ac:spMkLst>
        </pc:spChg>
        <pc:spChg chg="mod">
          <ac:chgData name="Nevena C. Tufegdzic" userId="39fd384f-01ad-44eb-92a0-5e868a885691" providerId="ADAL" clId="{9978909E-33E0-410C-A38E-231F049E05ED}" dt="2023-12-01T12:34:18.165" v="118" actId="20577"/>
          <ac:spMkLst>
            <pc:docMk/>
            <pc:sldMk cId="2792393065" sldId="376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9978909E-33E0-410C-A38E-231F049E05ED}" dt="2023-12-01T12:43:38.488" v="142" actId="20577"/>
        <pc:sldMkLst>
          <pc:docMk/>
          <pc:sldMk cId="760335305" sldId="377"/>
        </pc:sldMkLst>
        <pc:spChg chg="mod">
          <ac:chgData name="Nevena C. Tufegdzic" userId="39fd384f-01ad-44eb-92a0-5e868a885691" providerId="ADAL" clId="{9978909E-33E0-410C-A38E-231F049E05ED}" dt="2023-12-01T12:43:38.488" v="142" actId="20577"/>
          <ac:spMkLst>
            <pc:docMk/>
            <pc:sldMk cId="760335305" sldId="377"/>
            <ac:spMk id="3" creationId="{B06A177C-B474-5BE3-8167-42371BB2E444}"/>
          </ac:spMkLst>
        </pc:spChg>
        <pc:spChg chg="mod">
          <ac:chgData name="Nevena C. Tufegdzic" userId="39fd384f-01ad-44eb-92a0-5e868a885691" providerId="ADAL" clId="{9978909E-33E0-410C-A38E-231F049E05ED}" dt="2023-12-01T12:43:20.334" v="134" actId="20577"/>
          <ac:spMkLst>
            <pc:docMk/>
            <pc:sldMk cId="760335305" sldId="377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285147153" sldId="377"/>
        </pc:sldMkLst>
      </pc:sldChg>
      <pc:sldChg chg="addSp modSp add mod">
        <pc:chgData name="Nevena C. Tufegdzic" userId="39fd384f-01ad-44eb-92a0-5e868a885691" providerId="ADAL" clId="{9978909E-33E0-410C-A38E-231F049E05ED}" dt="2023-12-01T12:50:09.383" v="170" actId="1076"/>
        <pc:sldMkLst>
          <pc:docMk/>
          <pc:sldMk cId="2934715919" sldId="378"/>
        </pc:sldMkLst>
        <pc:spChg chg="mod">
          <ac:chgData name="Nevena C. Tufegdzic" userId="39fd384f-01ad-44eb-92a0-5e868a885691" providerId="ADAL" clId="{9978909E-33E0-410C-A38E-231F049E05ED}" dt="2023-12-01T12:49:58.455" v="169" actId="20577"/>
          <ac:spMkLst>
            <pc:docMk/>
            <pc:sldMk cId="2934715919" sldId="378"/>
            <ac:spMk id="3" creationId="{B06A177C-B474-5BE3-8167-42371BB2E444}"/>
          </ac:spMkLst>
        </pc:spChg>
        <pc:spChg chg="add mod">
          <ac:chgData name="Nevena C. Tufegdzic" userId="39fd384f-01ad-44eb-92a0-5e868a885691" providerId="ADAL" clId="{9978909E-33E0-410C-A38E-231F049E05ED}" dt="2023-12-01T12:50:09.383" v="170" actId="1076"/>
          <ac:spMkLst>
            <pc:docMk/>
            <pc:sldMk cId="2934715919" sldId="378"/>
            <ac:spMk id="4" creationId="{7743C301-3193-9346-3F60-E67C42948D3E}"/>
          </ac:spMkLst>
        </pc:spChg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355949815" sldId="378"/>
        </pc:sldMkLst>
      </pc:sldChg>
      <pc:sldChg chg="modSp add mod">
        <pc:chgData name="Nevena C. Tufegdzic" userId="39fd384f-01ad-44eb-92a0-5e868a885691" providerId="ADAL" clId="{9978909E-33E0-410C-A38E-231F049E05ED}" dt="2023-12-01T12:51:13.966" v="345" actId="20577"/>
        <pc:sldMkLst>
          <pc:docMk/>
          <pc:sldMk cId="397713660" sldId="379"/>
        </pc:sldMkLst>
        <pc:spChg chg="mod">
          <ac:chgData name="Nevena C. Tufegdzic" userId="39fd384f-01ad-44eb-92a0-5e868a885691" providerId="ADAL" clId="{9978909E-33E0-410C-A38E-231F049E05ED}" dt="2023-12-01T12:51:13.966" v="345" actId="20577"/>
          <ac:spMkLst>
            <pc:docMk/>
            <pc:sldMk cId="397713660" sldId="379"/>
            <ac:spMk id="3" creationId="{B06A177C-B474-5BE3-8167-42371BB2E444}"/>
          </ac:spMkLst>
        </pc:spChg>
        <pc:spChg chg="mod">
          <ac:chgData name="Nevena C. Tufegdzic" userId="39fd384f-01ad-44eb-92a0-5e868a885691" providerId="ADAL" clId="{9978909E-33E0-410C-A38E-231F049E05ED}" dt="2023-12-01T12:50:27.264" v="177" actId="20577"/>
          <ac:spMkLst>
            <pc:docMk/>
            <pc:sldMk cId="397713660" sldId="379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164385195" sldId="379"/>
        </pc:sldMkLst>
      </pc:sldChg>
      <pc:sldChg chg="addSp delSp modSp add mod">
        <pc:chgData name="Nevena C. Tufegdzic" userId="39fd384f-01ad-44eb-92a0-5e868a885691" providerId="ADAL" clId="{9978909E-33E0-410C-A38E-231F049E05ED}" dt="2023-12-01T13:02:10.838" v="355" actId="1076"/>
        <pc:sldMkLst>
          <pc:docMk/>
          <pc:sldMk cId="1844440858" sldId="380"/>
        </pc:sldMkLst>
        <pc:spChg chg="del">
          <ac:chgData name="Nevena C. Tufegdzic" userId="39fd384f-01ad-44eb-92a0-5e868a885691" providerId="ADAL" clId="{9978909E-33E0-410C-A38E-231F049E05ED}" dt="2023-12-01T13:01:38.951" v="347" actId="478"/>
          <ac:spMkLst>
            <pc:docMk/>
            <pc:sldMk cId="1844440858" sldId="380"/>
            <ac:spMk id="3" creationId="{B06A177C-B474-5BE3-8167-42371BB2E444}"/>
          </ac:spMkLst>
        </pc:spChg>
        <pc:spChg chg="mod">
          <ac:chgData name="Nevena C. Tufegdzic" userId="39fd384f-01ad-44eb-92a0-5e868a885691" providerId="ADAL" clId="{9978909E-33E0-410C-A38E-231F049E05ED}" dt="2023-12-01T13:02:10.838" v="355" actId="1076"/>
          <ac:spMkLst>
            <pc:docMk/>
            <pc:sldMk cId="1844440858" sldId="380"/>
            <ac:spMk id="4" creationId="{7743C301-3193-9346-3F60-E67C42948D3E}"/>
          </ac:spMkLst>
        </pc:spChg>
        <pc:spChg chg="add del mod">
          <ac:chgData name="Nevena C. Tufegdzic" userId="39fd384f-01ad-44eb-92a0-5e868a885691" providerId="ADAL" clId="{9978909E-33E0-410C-A38E-231F049E05ED}" dt="2023-12-01T13:01:41.251" v="348" actId="478"/>
          <ac:spMkLst>
            <pc:docMk/>
            <pc:sldMk cId="1844440858" sldId="380"/>
            <ac:spMk id="6" creationId="{EAAA36AF-4EDC-5688-E865-7D71C72DA6B6}"/>
          </ac:spMkLst>
        </pc:spChg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871689920" sldId="380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383065112" sldId="381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565286775" sldId="382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00687012" sldId="383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185846413" sldId="384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040384438" sldId="385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245798156" sldId="386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457807344" sldId="387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032118784" sldId="388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074077104" sldId="389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206053635" sldId="390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006346338" sldId="391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009111994" sldId="392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04591376" sldId="393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742250913" sldId="394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906140299" sldId="395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217226316" sldId="396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4131221022" sldId="397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791550432" sldId="398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945859779" sldId="399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688296539" sldId="400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954157948" sldId="401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212816923" sldId="402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839985270" sldId="403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3830664" sldId="404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651571872" sldId="405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587191679" sldId="406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179849437" sldId="407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908385849" sldId="408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918493710" sldId="409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943099038" sldId="410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881217475" sldId="411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3744716784" sldId="412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1597687198" sldId="413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086452884" sldId="414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2160710680" sldId="415"/>
        </pc:sldMkLst>
      </pc:sldChg>
      <pc:sldChg chg="del">
        <pc:chgData name="Nevena C. Tufegdzic" userId="39fd384f-01ad-44eb-92a0-5e868a885691" providerId="ADAL" clId="{9978909E-33E0-410C-A38E-231F049E05ED}" dt="2023-11-16T10:29:26.513" v="0" actId="47"/>
        <pc:sldMkLst>
          <pc:docMk/>
          <pc:sldMk cId="978568273" sldId="416"/>
        </pc:sldMkLst>
      </pc:sldChg>
    </pc:docChg>
  </pc:docChgLst>
  <pc:docChgLst>
    <pc:chgData name="Vukasin Filipovic" userId="S::vukasin.filipovic@elfak.rs::88352e3b-d0fa-4695-84df-d599183320ec" providerId="AD" clId="Web-{6E822F0F-BCD6-4585-A3F2-C6BF61AD8E64}"/>
    <pc:docChg chg="modSld">
      <pc:chgData name="Vukasin Filipovic" userId="S::vukasin.filipovic@elfak.rs::88352e3b-d0fa-4695-84df-d599183320ec" providerId="AD" clId="Web-{6E822F0F-BCD6-4585-A3F2-C6BF61AD8E64}" dt="2023-12-15T19:42:24.359" v="17" actId="20577"/>
      <pc:docMkLst>
        <pc:docMk/>
      </pc:docMkLst>
      <pc:sldChg chg="modSp">
        <pc:chgData name="Vukasin Filipovic" userId="S::vukasin.filipovic@elfak.rs::88352e3b-d0fa-4695-84df-d599183320ec" providerId="AD" clId="Web-{6E822F0F-BCD6-4585-A3F2-C6BF61AD8E64}" dt="2023-12-15T19:42:24.359" v="17" actId="20577"/>
        <pc:sldMkLst>
          <pc:docMk/>
          <pc:sldMk cId="1823018877" sldId="385"/>
        </pc:sldMkLst>
        <pc:spChg chg="mod">
          <ac:chgData name="Vukasin Filipovic" userId="S::vukasin.filipovic@elfak.rs::88352e3b-d0fa-4695-84df-d599183320ec" providerId="AD" clId="Web-{6E822F0F-BCD6-4585-A3F2-C6BF61AD8E64}" dt="2023-12-15T19:42:24.359" v="17" actId="20577"/>
          <ac:spMkLst>
            <pc:docMk/>
            <pc:sldMk cId="1823018877" sldId="385"/>
            <ac:spMk id="4" creationId="{7743C301-3193-9346-3F60-E67C42948D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52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20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932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700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896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980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0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743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499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04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436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449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562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281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222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514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558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283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984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40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083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85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34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1CCF25-396F-0818-B065-B8C0D0323E30}"/>
              </a:ext>
            </a:extLst>
          </p:cNvPr>
          <p:cNvSpPr txBox="1">
            <a:spLocks/>
          </p:cNvSpPr>
          <p:nvPr/>
        </p:nvSpPr>
        <p:spPr>
          <a:xfrm>
            <a:off x="2618889" y="4507428"/>
            <a:ext cx="3906222" cy="47865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600" b="1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  <a:p>
            <a:pPr marL="114297" algn="ctr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Računarstvo i informatika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3806E-07C0-E3DD-312E-0DACCE84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631064" cy="63106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F83B4F-D89E-4448-31B2-14CAFE0AF677}"/>
              </a:ext>
            </a:extLst>
          </p:cNvPr>
          <p:cNvSpPr txBox="1">
            <a:spLocks/>
          </p:cNvSpPr>
          <p:nvPr/>
        </p:nvSpPr>
        <p:spPr>
          <a:xfrm>
            <a:off x="51846" y="4312224"/>
            <a:ext cx="2516851" cy="6738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304172-5F54-A6DB-E637-684E7F19A872}"/>
              </a:ext>
            </a:extLst>
          </p:cNvPr>
          <p:cNvSpPr txBox="1">
            <a:spLocks/>
          </p:cNvSpPr>
          <p:nvPr/>
        </p:nvSpPr>
        <p:spPr>
          <a:xfrm>
            <a:off x="7976283" y="4648120"/>
            <a:ext cx="849758" cy="3379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55EB2-E90C-E11A-9B2E-59974FB7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2" y="2754908"/>
            <a:ext cx="1752520" cy="175252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B38365-439B-3046-35D7-C5F6C0CB171D}"/>
              </a:ext>
            </a:extLst>
          </p:cNvPr>
          <p:cNvSpPr txBox="1">
            <a:spLocks/>
          </p:cNvSpPr>
          <p:nvPr userDrawn="1"/>
        </p:nvSpPr>
        <p:spPr>
          <a:xfrm>
            <a:off x="2618889" y="4507427"/>
            <a:ext cx="3906222" cy="47865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600" b="1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  <a:p>
            <a:pPr marL="114300" algn="ctr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Računarstvo i informatika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6D7EE0-092F-30E6-5614-D7005379A9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631064" cy="63106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98E0254-1D93-75A1-26EF-12DFBF508B34}"/>
              </a:ext>
            </a:extLst>
          </p:cNvPr>
          <p:cNvSpPr txBox="1">
            <a:spLocks/>
          </p:cNvSpPr>
          <p:nvPr userDrawn="1"/>
        </p:nvSpPr>
        <p:spPr>
          <a:xfrm>
            <a:off x="51845" y="4312223"/>
            <a:ext cx="2516851" cy="6738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5DD4C7-E0EC-8509-81A7-A732C5040327}"/>
              </a:ext>
            </a:extLst>
          </p:cNvPr>
          <p:cNvSpPr txBox="1">
            <a:spLocks/>
          </p:cNvSpPr>
          <p:nvPr userDrawn="1"/>
        </p:nvSpPr>
        <p:spPr>
          <a:xfrm>
            <a:off x="7976282" y="4648120"/>
            <a:ext cx="849758" cy="3379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622C11-D824-52DC-AB7C-D5E845F920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99232" y="2754907"/>
            <a:ext cx="1752520" cy="1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41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gradFill>
          <a:gsLst>
            <a:gs pos="0">
              <a:schemeClr val="bg1"/>
            </a:gs>
            <a:gs pos="100000">
              <a:schemeClr val="accent6">
                <a:lumMod val="20000"/>
                <a:lumOff val="80000"/>
              </a:schemeClr>
            </a:gs>
          </a:gsLst>
          <a:lin ang="16200038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3806E-07C0-E3DD-312E-0DACCE84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631064" cy="631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455EB2-E90C-E11A-9B2E-59974FB7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2" y="2754908"/>
            <a:ext cx="1752520" cy="1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0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1" y="1625601"/>
            <a:ext cx="7893050" cy="28511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20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378" lvl="1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371566" lvl="2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754" lvl="3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285943" lvl="4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132" lvl="5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320" lvl="6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509" lvl="7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697" lvl="8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769C79-FEC4-229C-64D1-03DC953511FC}"/>
              </a:ext>
            </a:extLst>
          </p:cNvPr>
          <p:cNvSpPr txBox="1">
            <a:spLocks/>
          </p:cNvSpPr>
          <p:nvPr/>
        </p:nvSpPr>
        <p:spPr>
          <a:xfrm>
            <a:off x="2618888" y="4887063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4BCA4-A56C-95BC-FBCA-A68EF943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6B1F292-6B0E-7597-65C2-5BD582884D61}"/>
              </a:ext>
            </a:extLst>
          </p:cNvPr>
          <p:cNvSpPr txBox="1">
            <a:spLocks/>
          </p:cNvSpPr>
          <p:nvPr/>
        </p:nvSpPr>
        <p:spPr>
          <a:xfrm>
            <a:off x="1" y="4522136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F9BFD-E36F-1088-423B-DEDCBDAB5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7" y="4674850"/>
            <a:ext cx="2181225" cy="247600"/>
          </a:xfrm>
        </p:spPr>
        <p:txBody>
          <a:bodyPr/>
          <a:lstStyle>
            <a:lvl1pPr marL="114297" indent="0" algn="ctr">
              <a:buNone/>
              <a:defRPr sz="1350">
                <a:ea typeface="Calibri" panose="020F0502020204030204" pitchFamily="34" charset="0"/>
              </a:defRPr>
            </a:lvl1pPr>
          </a:lstStyle>
          <a:p>
            <a:pPr marL="114297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4668374-4AE8-A25F-24E4-C6C07696F143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2D7F2-50ED-0381-3191-733609A3C2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9D533C2-C633-19D2-5232-FA95A331B6DD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</p:spTree>
    <p:extLst>
      <p:ext uri="{BB962C8B-B14F-4D97-AF65-F5344CB8AC3E}">
        <p14:creationId xmlns:p14="http://schemas.microsoft.com/office/powerpoint/2010/main" val="109116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B5C2F-EA2D-DA2C-8E46-5FC299309E13}"/>
              </a:ext>
            </a:extLst>
          </p:cNvPr>
          <p:cNvSpPr txBox="1"/>
          <p:nvPr/>
        </p:nvSpPr>
        <p:spPr>
          <a:xfrm>
            <a:off x="967776" y="1257886"/>
            <a:ext cx="4480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7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Hvala na pažnji!</a:t>
            </a:r>
            <a:endParaRPr lang="en-US" sz="7200" b="1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82453-A70F-AB43-BBEB-35E57EE8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525" y="1231901"/>
            <a:ext cx="2679700" cy="2679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41F4A-AA99-028C-2932-38C1012B5237}"/>
              </a:ext>
            </a:extLst>
          </p:cNvPr>
          <p:cNvSpPr txBox="1"/>
          <p:nvPr userDrawn="1"/>
        </p:nvSpPr>
        <p:spPr>
          <a:xfrm>
            <a:off x="967776" y="1257885"/>
            <a:ext cx="4480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7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Hvala na pažnji!</a:t>
            </a:r>
            <a:endParaRPr lang="en-US" sz="7200" b="1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7AB32-BAF9-35D7-0334-1F3D9525F5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6524" y="1231900"/>
            <a:ext cx="26797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9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userDrawn="1">
  <p:cSld name="1_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4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044" y="1740317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422" y="1740317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FFF40-AFEB-DC60-0469-5A864ADCB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B02142-7741-5B4B-029A-2E2A733CC735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B97367-8A8E-348E-1211-DB0F07894A25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F47E108-9515-3001-5FFE-AE1BC1BCD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6" y="4709066"/>
            <a:ext cx="2181225" cy="247600"/>
          </a:xfrm>
        </p:spPr>
        <p:txBody>
          <a:bodyPr/>
          <a:lstStyle>
            <a:lvl1pPr marL="114300" indent="0" algn="ctr">
              <a:buNone/>
              <a:defRPr/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</p:spTree>
    <p:extLst>
      <p:ext uri="{BB962C8B-B14F-4D97-AF65-F5344CB8AC3E}">
        <p14:creationId xmlns:p14="http://schemas.microsoft.com/office/powerpoint/2010/main" val="346654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1_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625600"/>
            <a:ext cx="7893050" cy="28511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20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769C79-FEC4-229C-64D1-03DC953511FC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4BCA4-A56C-95BC-FBCA-A68EF9437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6B1F292-6B0E-7597-65C2-5BD582884D61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F9BFD-E36F-1088-423B-DEDCBDAB5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6" y="4709066"/>
            <a:ext cx="2181225" cy="247600"/>
          </a:xfrm>
        </p:spPr>
        <p:txBody>
          <a:bodyPr/>
          <a:lstStyle>
            <a:lvl1pPr marL="114300" indent="0" algn="ctr">
              <a:buNone/>
              <a:defRPr/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</p:spTree>
    <p:extLst>
      <p:ext uri="{BB962C8B-B14F-4D97-AF65-F5344CB8AC3E}">
        <p14:creationId xmlns:p14="http://schemas.microsoft.com/office/powerpoint/2010/main" val="176253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36368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59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default.asp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freecodecamp.org/news/javascript-map-reduce-and-filter-explained-with-examples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907021" y="1867983"/>
            <a:ext cx="5384032" cy="145022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JavaScript ES14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AF0E12AF-326D-D521-6E0A-F043A971F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204" y="1673973"/>
            <a:ext cx="1081925" cy="1081925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F02610BB-162E-CB67-2268-E5A05A13D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402" y="1321196"/>
            <a:ext cx="676385" cy="954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26FFE-DF1D-62F0-9553-C66CE2527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787" y="1511168"/>
            <a:ext cx="1081926" cy="1081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 u JS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Osnovni gradivni elementi bilo kojeg JS koda su funkcije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u JS uzima određeni broj parametara i vraća jednu vrednost (ili nijednu)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Da bi se funkcija koristila potrebno je definisati je negde u okviru scope-a u kom će se koristiti (postoji hoisting)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Osim toga, funkcije poseduju neke korisne osobine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839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22105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 u JS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026" y="708170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Neke od zanimljivih osobina funkcija u JS su: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Callback funkcije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Anonimne funkcije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Lambda izrazi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Arrow funkcije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Closure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Hoisting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IIFE (Immediately Invoked Function Expression)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089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Callback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Callback je mehanizam koji omogućava da se funkcija prosledi kao parametar, da bi kasnije bila pozvana po potrebi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Ovaj koncept se koristi na više mesta, pogotovo za obradu različitih događaja na stranici (klik, promena, hover i slično) kao i kada čekamo odgovor servera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U najvećem broju slučajeva koristimo callback funkcije kao funkcije za obradu događaja (event handleri)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15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374" y="1297641"/>
            <a:ext cx="7243948" cy="2864734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fun()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callback funkcija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menja boju pozadine dokumenta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document.body.style.backgroundColor =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"#003"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window.setTimeout(fun,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posle 4 sec poziva callback funkciju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239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Anonimne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U JS-u je moguće kreirati funkcije bez eksplicitnog imenovanja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Javlja se pitanje kako pozvati bezimenu funkciju u daljem kodu? Teško.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Prednosti: brzina kodiranja, korišćenje na samo jednom mestu, pristup promenljivama iz roditeljskog scope-a, kontinuirana čitljivost koda, ne zauzima mesto u trenutnom namespace-u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Pravilo: Da li ću ovu funkciju koristiti još negde?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033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75" y="1240935"/>
            <a:ext cx="3240912" cy="2864734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obj = </a:t>
            </a:r>
            <a:endParaRPr lang="sr-Latn-RS" sz="20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x: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y: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obj.kretanje =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(dx, dy) {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 += dx;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+= dy;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obj.kretanje(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43C301-3193-9346-3F60-E67C42948D3E}"/>
              </a:ext>
            </a:extLst>
          </p:cNvPr>
          <p:cNvSpPr txBox="1">
            <a:spLocks/>
          </p:cNvSpPr>
          <p:nvPr/>
        </p:nvSpPr>
        <p:spPr>
          <a:xfrm>
            <a:off x="3414156" y="1297641"/>
            <a:ext cx="5729844" cy="2864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window.setTimeout(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location.href =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"http://google.com"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buNone/>
            </a:pPr>
            <a:b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niz.sort(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(a, b) {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- a;</a:t>
            </a:r>
          </a:p>
          <a:p>
            <a:pPr marL="114300" indent="0"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934715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Lambda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Lambda funkcija predstavlja lambda izraz – način da funkcije višeg reda prime druge funkcije kao parametre ili da vrate funkcije kao rezultat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Imaju veliku primenu u funkcijama za rad sa nizovima (map, filter, reduce, ...)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71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43C301-3193-9346-3F60-E67C42948D3E}"/>
              </a:ext>
            </a:extLst>
          </p:cNvPr>
          <p:cNvSpPr txBox="1">
            <a:spLocks/>
          </p:cNvSpPr>
          <p:nvPr/>
        </p:nvSpPr>
        <p:spPr>
          <a:xfrm>
            <a:off x="2556683" y="403203"/>
            <a:ext cx="6549242" cy="416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ispis(fun)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fun.apply(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console.log(r);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 = ispis(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(a, b)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calc(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console.log(x);</a:t>
            </a:r>
          </a:p>
        </p:txBody>
      </p:sp>
    </p:spTree>
    <p:extLst>
      <p:ext uri="{BB962C8B-B14F-4D97-AF65-F5344CB8AC3E}">
        <p14:creationId xmlns:p14="http://schemas.microsoft.com/office/powerpoint/2010/main" val="184444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74453" y="146849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Arrow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274" y="742676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Arrow funkcije su skraćeni način pisanja funkcija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Ovo su uvek anonimne funkcije – mogu biti pozvane samo preko svoje reference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Za razliku od obične anonimne funkcije, arrow funkcije ne definišu svoj this objekat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Sintaksa pisanja arrow funkcije: (parametri) =&gt; { ... }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Koriste se kada je potrebno izvršiti neku operaciju bez gubljenja this objekta (npr. kod rada sa nizovima)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479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b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arrow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43C301-3193-9346-3F60-E67C42948D3E}"/>
              </a:ext>
            </a:extLst>
          </p:cNvPr>
          <p:cNvSpPr txBox="1">
            <a:spLocks/>
          </p:cNvSpPr>
          <p:nvPr/>
        </p:nvSpPr>
        <p:spPr>
          <a:xfrm>
            <a:off x="2556683" y="403203"/>
            <a:ext cx="6549242" cy="416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/>
              </a:rPr>
              <a:t>ispis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(fun)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r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/>
              </a:rPr>
              <a:t>fun.apply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null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arguments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    console.log(r);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r;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};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}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/>
              </a:rPr>
              <a:t>var</a:t>
            </a:r>
            <a:r>
              <a:rPr lang="en-US" sz="2000" b="0">
                <a:solidFill>
                  <a:srgbClr val="000000"/>
                </a:solidFill>
                <a:effectLst/>
                <a:latin typeface="Consolas"/>
              </a:rPr>
              <a:t> calc = ispis</a:t>
            </a:r>
            <a:r>
              <a:rPr lang="en-US" sz="2000">
                <a:solidFill>
                  <a:srgbClr val="000000"/>
                </a:solidFill>
                <a:latin typeface="Consolas"/>
              </a:rPr>
              <a:t>((a, b)</a:t>
            </a:r>
            <a:r>
              <a:rPr lang="en-US" sz="2000" b="0">
                <a:solidFill>
                  <a:srgbClr val="000000"/>
                </a:solidFill>
                <a:effectLst/>
                <a:latin typeface="Consolas"/>
              </a:rPr>
              <a:t> =&gt;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US" sz="2000" b="0">
                <a:solidFill>
                  <a:srgbClr val="0000FF"/>
                </a:solidFill>
                <a:effectLst/>
                <a:latin typeface="Consolas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/>
              </a:rPr>
              <a:t> a + b;</a:t>
            </a:r>
            <a:endParaRPr lang="en-US" sz="2000" b="0">
              <a:solidFill>
                <a:srgbClr val="000000"/>
              </a:solidFill>
              <a:effectLst/>
              <a:latin typeface="Consolas"/>
            </a:endParaRP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});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 x = calc(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) *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/>
              </a:rPr>
              <a:t>console.log(x);</a:t>
            </a:r>
          </a:p>
        </p:txBody>
      </p:sp>
    </p:spTree>
    <p:extLst>
      <p:ext uri="{BB962C8B-B14F-4D97-AF65-F5344CB8AC3E}">
        <p14:creationId xmlns:p14="http://schemas.microsoft.com/office/powerpoint/2010/main" val="182301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Closure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759449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Closure je unutrašnja funkcija koja je referencirana van svoje nadfunkcije, ali i dalje ima pristup promenljivama unutar te nadfunkcije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Scope chain-a funkcije:</a:t>
            </a:r>
          </a:p>
          <a:p>
            <a:pPr marL="1028700" lvl="1" indent="-457200">
              <a:buFont typeface="+mj-lt"/>
              <a:buAutoNum type="arabicPeriod"/>
            </a:pPr>
            <a:r>
              <a:rPr lang="sr-Latn-RS" sz="2000">
                <a:latin typeface="Calibri" panose="020F0502020204030204" pitchFamily="34" charset="0"/>
                <a:cs typeface="Calibri" panose="020F0502020204030204" pitchFamily="34" charset="0"/>
              </a:rPr>
              <a:t>U okviru funkcije – parametri i promenljive definisane u funkciji</a:t>
            </a:r>
          </a:p>
          <a:p>
            <a:pPr marL="1028700" lvl="1" indent="-457200">
              <a:buFont typeface="+mj-lt"/>
              <a:buAutoNum type="arabicPeriod"/>
            </a:pPr>
            <a:r>
              <a:rPr lang="sr-Latn-RS" sz="2000">
                <a:latin typeface="Calibri" panose="020F0502020204030204" pitchFamily="34" charset="0"/>
                <a:cs typeface="Calibri" panose="020F0502020204030204" pitchFamily="34" charset="0"/>
              </a:rPr>
              <a:t>Globalne promenljive</a:t>
            </a:r>
          </a:p>
          <a:p>
            <a:pPr marL="1028700" lvl="1" indent="-457200">
              <a:buFont typeface="+mj-lt"/>
              <a:buAutoNum type="arabicPeriod"/>
            </a:pPr>
            <a:r>
              <a:rPr lang="sr-Latn-RS" sz="2000">
                <a:latin typeface="Calibri" panose="020F0502020204030204" pitchFamily="34" charset="0"/>
                <a:cs typeface="Calibri" panose="020F0502020204030204" pitchFamily="34" charset="0"/>
              </a:rPr>
              <a:t>Promenljive spoljne funkcije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47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Closure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04" y="1208502"/>
            <a:ext cx="8858992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Ugnježdavanje funkcije podrazumeva da ugnježdena funkcija ima pristup svim promenljivama iz spoljne funkcije, kao i promenljivama kojima ta spoljna funkcija ima pristup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Spoljna funkcija nema pristup promenljivama unutar ugnježdene!!!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Posledica: promenljive i funkcije definisane u spoljnoj funkciji imaju „duži životni vek“ od same funkcije, jer ih koristi ugnježdena funkcija</a:t>
            </a:r>
            <a:endParaRPr lang="sr-Latn-R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2079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43C301-3193-9346-3F60-E67C42948D3E}"/>
              </a:ext>
            </a:extLst>
          </p:cNvPr>
          <p:cNvSpPr txBox="1">
            <a:spLocks/>
          </p:cNvSpPr>
          <p:nvPr/>
        </p:nvSpPr>
        <p:spPr>
          <a:xfrm>
            <a:off x="1028894" y="1297641"/>
            <a:ext cx="6549242" cy="3131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myPet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"Vivi"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b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myPet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"Vivi"</a:t>
            </a:r>
            <a:endParaRPr lang="en-US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6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104729" y="975956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Primer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43C301-3193-9346-3F60-E67C42948D3E}"/>
              </a:ext>
            </a:extLst>
          </p:cNvPr>
          <p:cNvSpPr txBox="1">
            <a:spLocks/>
          </p:cNvSpPr>
          <p:nvPr/>
        </p:nvSpPr>
        <p:spPr>
          <a:xfrm>
            <a:off x="1957290" y="102233"/>
            <a:ext cx="7081981" cy="3131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dodaj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"Kliknite na dugme."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dugme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dugme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dugme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"Dugme"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dugme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klik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definišemo event handler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dugme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klik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blok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"Kliknuto!"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da li je ovde </a:t>
            </a:r>
            <a:r>
              <a:rPr lang="sr-Latn-R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vidljiva promenljiva blok i zašto?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dodaj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24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139774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IIFE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933" y="596027"/>
            <a:ext cx="8858992" cy="973981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Immediately Invoked Function Expression su funkcije koje se odmah pozivaju nakon definicije</a:t>
            </a:r>
            <a:endParaRPr lang="sr-Latn-R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6982CE6-A54E-3FF1-9873-EB8C86D83C04}"/>
              </a:ext>
            </a:extLst>
          </p:cNvPr>
          <p:cNvSpPr txBox="1">
            <a:spLocks/>
          </p:cNvSpPr>
          <p:nvPr/>
        </p:nvSpPr>
        <p:spPr>
          <a:xfrm>
            <a:off x="136958" y="2208362"/>
            <a:ext cx="4241992" cy="206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prikazi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prikazi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//odmah je pozvati</a:t>
            </a:r>
            <a:endParaRPr lang="en-US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9E064AF-ACCD-61F6-6B9F-13B1A25F3B0A}"/>
              </a:ext>
            </a:extLst>
          </p:cNvPr>
          <p:cNvSpPr txBox="1">
            <a:spLocks/>
          </p:cNvSpPr>
          <p:nvPr/>
        </p:nvSpPr>
        <p:spPr>
          <a:xfrm>
            <a:off x="4636316" y="2208362"/>
            <a:ext cx="4270075" cy="212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prikazi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162F5C-2627-F016-DD36-0FB1C367960D}"/>
              </a:ext>
            </a:extLst>
          </p:cNvPr>
          <p:cNvSpPr txBox="1">
            <a:spLocks/>
          </p:cNvSpPr>
          <p:nvPr/>
        </p:nvSpPr>
        <p:spPr>
          <a:xfrm>
            <a:off x="-86265" y="1657715"/>
            <a:ext cx="3082054" cy="55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i njen poziv:</a:t>
            </a:r>
            <a:endParaRPr lang="sr-Latn-R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52A323A-473E-400B-5C54-BC7FC415F53D}"/>
              </a:ext>
            </a:extLst>
          </p:cNvPr>
          <p:cNvSpPr txBox="1">
            <a:spLocks/>
          </p:cNvSpPr>
          <p:nvPr/>
        </p:nvSpPr>
        <p:spPr>
          <a:xfrm>
            <a:off x="4378950" y="1657715"/>
            <a:ext cx="4392687" cy="55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Immediately Invoked funkcija:</a:t>
            </a:r>
            <a:endParaRPr lang="sr-Latn-R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523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86FEA7-8739-FCC4-0AAD-43A600231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/>
              <a:t>Funkcije za rad sa nizovima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27581-E56C-3F6E-CE56-B8B16B11A20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86800" y="4637088"/>
            <a:ext cx="457200" cy="46831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2652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484351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31" y="1050679"/>
            <a:ext cx="4179330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koja kreira novi niz sa rezultatima koji se dobijaju primenom prosleđene funkcije nad svakim elementom niza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Primer: Program koji od niza brojeva kreira novi niz sa dupliranim vrednostima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8A226-A848-4B30-4302-A78CF96EB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95800" y="631738"/>
            <a:ext cx="48101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41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484351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31" y="1050679"/>
            <a:ext cx="7871435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koja kreira novi niz sa elementima za koje prosleđena argument funkcija vrati true vrednost.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Primer: Program koji od niza stringova kreira novi niz sa stringovima čija je dužina veća od šest karaktera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0402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484351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FB094-0B7A-856D-3008-AC5E08E9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33474" y="1049204"/>
            <a:ext cx="68770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35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48573" y="358638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469" y="907051"/>
            <a:ext cx="8544295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koja vraća prvi element za koji prosleđena argument funkcija vrati true vrednost. Ukoliko takav element ne postoji vraća undefined vrednost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Primer: Program koji u nizu brojeva pronalazi prvi veći od 10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CC065-A858-B147-9542-8FE84FE55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3874" y="3046603"/>
            <a:ext cx="6267801" cy="101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69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48573" y="358638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30" y="1050679"/>
            <a:ext cx="8544295" cy="332939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Funkcija koja vraća finalnu vrednost akumulacione promenljive, nakon primene prosleđene redukcione funkcije nad svakim elementom niza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Može, ali ne mora, da ima početnu vrednost akumulatora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 Ukoliko se inicijalna vrednost ne prosledi, akumulator uzima vrednost prvog elementa u nizu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0706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299852" y="537133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58F9B-9E27-CF59-1BE3-08C9346CA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777526"/>
            <a:ext cx="9105925" cy="16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59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873256" y="927860"/>
            <a:ext cx="1304661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  <p:sp>
        <p:nvSpPr>
          <p:cNvPr id="3" name="Google Shape;2294;p39">
            <a:extLst>
              <a:ext uri="{FF2B5EF4-FFF2-40B4-BE49-F238E27FC236}">
                <a16:creationId xmlns:a16="http://schemas.microsoft.com/office/drawing/2014/main" id="{23976B6A-A9D8-277B-4FE0-234818349E45}"/>
              </a:ext>
            </a:extLst>
          </p:cNvPr>
          <p:cNvSpPr txBox="1">
            <a:spLocks/>
          </p:cNvSpPr>
          <p:nvPr/>
        </p:nvSpPr>
        <p:spPr>
          <a:xfrm>
            <a:off x="3919668" y="927859"/>
            <a:ext cx="1304661" cy="69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 baseline="0">
                <a:solidFill>
                  <a:schemeClr val="accent2"/>
                </a:solidFill>
                <a:latin typeface="+mj-lt"/>
                <a:ea typeface="Raleway Thin"/>
                <a:cs typeface="Raleway Thin"/>
                <a:sym typeface="Raleway Thin"/>
              </a:defRPr>
            </a:lvl1pPr>
            <a:lvl2pPr marR="0" lvl="1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R="0" lvl="2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R="0" lvl="3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R="0" lvl="4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R="0" lvl="5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R="0" lvl="6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R="0" lvl="7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R="0" lvl="8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</a:p>
        </p:txBody>
      </p:sp>
      <p:sp>
        <p:nvSpPr>
          <p:cNvPr id="4" name="Google Shape;2294;p39">
            <a:extLst>
              <a:ext uri="{FF2B5EF4-FFF2-40B4-BE49-F238E27FC236}">
                <a16:creationId xmlns:a16="http://schemas.microsoft.com/office/drawing/2014/main" id="{7535434C-52C3-520A-6C14-5BBC9BA57C84}"/>
              </a:ext>
            </a:extLst>
          </p:cNvPr>
          <p:cNvSpPr txBox="1">
            <a:spLocks/>
          </p:cNvSpPr>
          <p:nvPr/>
        </p:nvSpPr>
        <p:spPr>
          <a:xfrm>
            <a:off x="6716490" y="927860"/>
            <a:ext cx="1809941" cy="69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 baseline="0">
                <a:solidFill>
                  <a:schemeClr val="accent2"/>
                </a:solidFill>
                <a:latin typeface="+mj-lt"/>
                <a:ea typeface="Raleway Thin"/>
                <a:cs typeface="Raleway Thin"/>
                <a:sym typeface="Raleway Thin"/>
              </a:defRPr>
            </a:lvl1pPr>
            <a:lvl2pPr marR="0" lvl="1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R="0" lvl="2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R="0" lvl="3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R="0" lvl="4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R="0" lvl="5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R="0" lvl="6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R="0" lvl="7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R="0" lvl="8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</a:p>
        </p:txBody>
      </p:sp>
      <p:pic>
        <p:nvPicPr>
          <p:cNvPr id="1030" name="Picture 6" descr="Javascript Array中的filter、map和reduce | 杨二小">
            <a:extLst>
              <a:ext uri="{FF2B5EF4-FFF2-40B4-BE49-F238E27FC236}">
                <a16:creationId xmlns:a16="http://schemas.microsoft.com/office/drawing/2014/main" id="{13407A4A-A2F4-60A1-CD94-E3DB0CE30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638" y="1682151"/>
            <a:ext cx="2968361" cy="24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vascript Array中的filter、map和reduce | 杨二小">
            <a:extLst>
              <a:ext uri="{FF2B5EF4-FFF2-40B4-BE49-F238E27FC236}">
                <a16:creationId xmlns:a16="http://schemas.microsoft.com/office/drawing/2014/main" id="{D2AAF5B7-4B7E-AA40-8253-72BE92AAF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2151"/>
            <a:ext cx="2968358" cy="24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avascript Array中的filter、map和reduce | 杨二小">
            <a:extLst>
              <a:ext uri="{FF2B5EF4-FFF2-40B4-BE49-F238E27FC236}">
                <a16:creationId xmlns:a16="http://schemas.microsoft.com/office/drawing/2014/main" id="{4CEC1BFE-BEFF-5F2B-988C-CBC1EC9A9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793" y="1682151"/>
            <a:ext cx="2968361" cy="24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945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6142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Literatura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24535"/>
            <a:ext cx="8444753" cy="3207543"/>
          </a:xfrm>
        </p:spPr>
        <p:txBody>
          <a:bodyPr/>
          <a:lstStyle/>
          <a:p>
            <a:r>
              <a:rPr lang="en-US" sz="2400">
                <a:hlinkClick r:id="rId3"/>
              </a:rPr>
              <a:t>https://developer.mozilla.org/en-US/docs/Web/JavaScript/Guide/Functions</a:t>
            </a:r>
            <a:endParaRPr lang="sr-Latn-RS" sz="2400">
              <a:hlinkClick r:id="rId3"/>
            </a:endParaRPr>
          </a:p>
          <a:p>
            <a:r>
              <a:rPr lang="en-US" sz="2400">
                <a:hlinkClick r:id="rId4"/>
              </a:rPr>
              <a:t>https://www.freecodecamp.org/news/javascript-map-reduce-and-filter-explained-with-examples/</a:t>
            </a:r>
            <a:endParaRPr lang="sr-Latn-RS" sz="2400"/>
          </a:p>
          <a:p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5B5D06E-E05D-44A9-AC59-1F622D40C22E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JavaScript ES14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3955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42876-0C61-88C9-A392-BAD359793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0381073"/>
      </p:ext>
    </p:extLst>
  </p:cSld>
  <p:clrMapOvr>
    <a:masterClrMapping/>
  </p:clrMapOvr>
</p:sld>
</file>

<file path=ppt/theme/theme1.xml><?xml version="1.0" encoding="utf-8"?>
<a:theme xmlns:a="http://schemas.openxmlformats.org/drawingml/2006/main" name="web programiranj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C65AA"/>
      </a:accent1>
      <a:accent2>
        <a:srgbClr val="91171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zentacij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 programiranje" id="{40376EBE-A7C4-42EB-A253-1DB948FAB9D9}" vid="{A5EFD688-84DC-4A08-895F-9A6F96B85C4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DD02BBA166DC45A2E0D6A8CFD4248F" ma:contentTypeVersion="12" ma:contentTypeDescription="Create a new document." ma:contentTypeScope="" ma:versionID="abefe0cbea4d3fad5274b015dde96ad0">
  <xsd:schema xmlns:xsd="http://www.w3.org/2001/XMLSchema" xmlns:xs="http://www.w3.org/2001/XMLSchema" xmlns:p="http://schemas.microsoft.com/office/2006/metadata/properties" xmlns:ns2="e80b6503-0cbd-4259-b552-87ff7361c910" xmlns:ns3="01e09194-04a8-47b6-a864-085069733af2" targetNamespace="http://schemas.microsoft.com/office/2006/metadata/properties" ma:root="true" ma:fieldsID="0afc9ae697eaa2270befb5d69de0213c" ns2:_="" ns3:_="">
    <xsd:import namespace="e80b6503-0cbd-4259-b552-87ff7361c910"/>
    <xsd:import namespace="01e09194-04a8-47b6-a864-085069733a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b6503-0cbd-4259-b552-87ff7361c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09194-04a8-47b6-a864-085069733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0C356E-0C57-49EE-A39E-C2C8F1D7A3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866616-95ED-44B6-A1F8-1297416D60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663676-8F4C-41EA-9FC3-68E6EFEAA41C}"/>
</file>

<file path=docProps/app.xml><?xml version="1.0" encoding="utf-8"?>
<Properties xmlns="http://schemas.openxmlformats.org/officeDocument/2006/extended-properties" xmlns:vt="http://schemas.openxmlformats.org/officeDocument/2006/docPropsVTypes">
  <Template>web programiranje</Template>
  <TotalTime>3140</TotalTime>
  <Words>1171</Words>
  <Application>Microsoft Office PowerPoint</Application>
  <PresentationFormat>On-screen Show (16:9)</PresentationFormat>
  <Paragraphs>194</Paragraphs>
  <Slides>26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web programiranje</vt:lpstr>
      <vt:lpstr>JavaScript ES14</vt:lpstr>
      <vt:lpstr>Funkcije u JS</vt:lpstr>
      <vt:lpstr>Funkcije u JS</vt:lpstr>
      <vt:lpstr>Callback funkcije</vt:lpstr>
      <vt:lpstr>Primer</vt:lpstr>
      <vt:lpstr>Anonimne funkcije</vt:lpstr>
      <vt:lpstr>Primer</vt:lpstr>
      <vt:lpstr>Lambda funkcije</vt:lpstr>
      <vt:lpstr>Primer</vt:lpstr>
      <vt:lpstr>Arrow funkcije</vt:lpstr>
      <vt:lpstr>Primer arrow</vt:lpstr>
      <vt:lpstr>Closure funkcije</vt:lpstr>
      <vt:lpstr>Closure funkcije</vt:lpstr>
      <vt:lpstr>Primer</vt:lpstr>
      <vt:lpstr>Primer</vt:lpstr>
      <vt:lpstr>IIFE</vt:lpstr>
      <vt:lpstr>Funkcije za rad sa nizovima</vt:lpstr>
      <vt:lpstr>map</vt:lpstr>
      <vt:lpstr>filter</vt:lpstr>
      <vt:lpstr>filter</vt:lpstr>
      <vt:lpstr>find</vt:lpstr>
      <vt:lpstr>reduce</vt:lpstr>
      <vt:lpstr>reduce</vt:lpstr>
      <vt:lpstr>map</vt:lpstr>
      <vt:lpstr>Literatura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Retrofit</dc:title>
  <dc:creator>Nevena Tufegdzic</dc:creator>
  <cp:lastModifiedBy>Nevena C. Tufegdzic</cp:lastModifiedBy>
  <cp:revision>107</cp:revision>
  <dcterms:modified xsi:type="dcterms:W3CDTF">2024-08-28T21:18:31Z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0x010100BEDD02BBA166DC45A2E0D6A8CFD4248F</vt:lpwstr>
  </property>
</Properties>
</file>